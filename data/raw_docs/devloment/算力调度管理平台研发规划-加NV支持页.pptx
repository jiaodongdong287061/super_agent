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</p:sldMasterIdLst>
  <p:notesMasterIdLst>
    <p:notesMasterId r:id="rId26"/>
  </p:notesMasterIdLst>
  <p:sldIdLst>
    <p:sldId id="471" r:id="rId5"/>
    <p:sldId id="460" r:id="rId6"/>
    <p:sldId id="461" r:id="rId7"/>
    <p:sldId id="472" r:id="rId8"/>
    <p:sldId id="455" r:id="rId9"/>
    <p:sldId id="473" r:id="rId10"/>
    <p:sldId id="474" r:id="rId11"/>
    <p:sldId id="456" r:id="rId12"/>
    <p:sldId id="482" r:id="rId13"/>
    <p:sldId id="475" r:id="rId14"/>
    <p:sldId id="481" r:id="rId15"/>
    <p:sldId id="477" r:id="rId16"/>
    <p:sldId id="479" r:id="rId17"/>
    <p:sldId id="483" r:id="rId18"/>
    <p:sldId id="478" r:id="rId19"/>
    <p:sldId id="459" r:id="rId20"/>
    <p:sldId id="430" r:id="rId21"/>
    <p:sldId id="414" r:id="rId22"/>
    <p:sldId id="484" r:id="rId23"/>
    <p:sldId id="404" r:id="rId24"/>
    <p:sldId id="468" r:id="rId25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uyan Mu" initials="SM" lastIdx="1" clrIdx="0">
    <p:extLst>
      <p:ext uri="{19B8F6BF-5375-455C-9EA6-DF929625EA0E}">
        <p15:presenceInfo xmlns:p15="http://schemas.microsoft.com/office/powerpoint/2012/main" userId="S::mushuyan@islide.cc::5a701452-529a-4685-8842-5f60ae489a4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DFDFC"/>
    <a:srgbClr val="D9D9D9"/>
    <a:srgbClr val="000000"/>
    <a:srgbClr val="F2F2F2"/>
    <a:srgbClr val="D6E3FF"/>
    <a:srgbClr val="787878"/>
    <a:srgbClr val="02183A"/>
    <a:srgbClr val="81A0D6"/>
    <a:srgbClr val="4371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84" autoAdjust="0"/>
    <p:restoredTop sz="96170" autoAdjust="0"/>
  </p:normalViewPr>
  <p:slideViewPr>
    <p:cSldViewPr snapToGrid="0">
      <p:cViewPr>
        <p:scale>
          <a:sx n="110" d="100"/>
          <a:sy n="110" d="100"/>
        </p:scale>
        <p:origin x="2166" y="11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65" d="100"/>
        <a:sy n="165" d="100"/>
      </p:scale>
      <p:origin x="0" y="0"/>
    </p:cViewPr>
  </p:notesTextViewPr>
  <p:sorterViewPr>
    <p:cViewPr>
      <p:scale>
        <a:sx n="100" d="100"/>
        <a:sy n="100" d="100"/>
      </p:scale>
      <p:origin x="0" y="-6204"/>
    </p:cViewPr>
  </p:sorterViewPr>
  <p:notesViewPr>
    <p:cSldViewPr snapToGrid="0" showGuides="1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D7BBE6FB-4983-42F5-B216-1A2ADEE7DF7A}" type="datetimeFigureOut">
              <a:rPr lang="zh-CN" altLang="en-US" smtClean="0"/>
              <a:pPr/>
              <a:t>2024/4/18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2B735503-9D21-443F-BC18-5459550EB72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46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3572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1561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0318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6533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0692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3875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699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462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497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6888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图片 265" descr="屏幕上有字&#10;&#10;中度可信度描述已自动生成">
            <a:extLst>
              <a:ext uri="{FF2B5EF4-FFF2-40B4-BE49-F238E27FC236}">
                <a16:creationId xmlns:a16="http://schemas.microsoft.com/office/drawing/2014/main" id="{D2A729B9-DD26-80B1-28D7-3249F8A5AA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5000" contras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113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EF18359-4A92-0C5B-463E-CE4C17DCA65D}"/>
              </a:ext>
            </a:extLst>
          </p:cNvPr>
          <p:cNvSpPr/>
          <p:nvPr userDrawn="1"/>
        </p:nvSpPr>
        <p:spPr>
          <a:xfrm>
            <a:off x="-1086" y="0"/>
            <a:ext cx="12200247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16767" y="3153271"/>
            <a:ext cx="7840980" cy="76944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4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354"/>
            <a:r>
              <a:rPr lang="en-US" altLang="zh-CN" dirty="0"/>
              <a:t>OfficePLUS </a:t>
            </a:r>
            <a:r>
              <a:rPr lang="zh-CN" altLang="en-US" dirty="0"/>
              <a:t>标准主题模板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DDB65F-C302-4F35-9CCB-12FB82E259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6766" y="3965407"/>
            <a:ext cx="7840980" cy="3975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lang="zh-CN" altLang="en-US" sz="18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单击此处添加文本</a:t>
            </a:r>
            <a:endParaRPr lang="en-GB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622819"/>
            <a:ext cx="1692501" cy="293542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marL="0" indent="0" algn="ctr">
              <a:lnSpc>
                <a:spcPct val="120000"/>
              </a:lnSpc>
              <a:buNone/>
              <a:defRPr lang="en-US" altLang="zh-CN" sz="1200" b="0" smtClean="0">
                <a:solidFill>
                  <a:srgbClr val="FFFFFF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Logo here</a:t>
            </a:r>
          </a:p>
        </p:txBody>
      </p:sp>
      <p:sp>
        <p:nvSpPr>
          <p:cNvPr id="70" name="文本占位符 69">
            <a:extLst>
              <a:ext uri="{FF2B5EF4-FFF2-40B4-BE49-F238E27FC236}">
                <a16:creationId xmlns:a16="http://schemas.microsoft.com/office/drawing/2014/main" id="{70E6CF00-4886-8D29-A561-49DE937336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2571" y="1511857"/>
            <a:ext cx="3921285" cy="144404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lang="zh-CN" altLang="en-US" sz="11700" b="1" kern="1200" cap="none" spc="0" dirty="0">
                <a:ln w="0">
                  <a:noFill/>
                </a:ln>
                <a:solidFill>
                  <a:srgbClr val="FFFFFF"/>
                </a:solidFill>
                <a:effectLst>
                  <a:reflection blurRad="101600" stA="53000" endA="300" endPos="35500" dir="5400000" sy="-90000" algn="bl" rotWithShape="0"/>
                </a:effectLst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rgbClr val="FDFDFC"/>
                </a:solidFill>
              </a:defRPr>
            </a:lvl2pPr>
            <a:lvl3pPr>
              <a:defRPr>
                <a:solidFill>
                  <a:srgbClr val="FDFDFC"/>
                </a:solidFill>
              </a:defRPr>
            </a:lvl3pPr>
            <a:lvl4pPr>
              <a:defRPr>
                <a:solidFill>
                  <a:srgbClr val="FDFDFC"/>
                </a:solidFill>
              </a:defRPr>
            </a:lvl4pPr>
            <a:lvl5pPr marL="1828800" indent="0">
              <a:buNone/>
              <a:defRPr>
                <a:solidFill>
                  <a:srgbClr val="FDFDFC"/>
                </a:solidFill>
              </a:defRPr>
            </a:lvl5pPr>
          </a:lstStyle>
          <a:p>
            <a:pPr lvl="0"/>
            <a:r>
              <a:rPr lang="en-US" altLang="zh-CN" dirty="0"/>
              <a:t>20XX</a:t>
            </a:r>
            <a:endParaRPr lang="zh-CN" altLang="en-US" dirty="0"/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F37B59FD-DF27-A06B-E666-5D95BB3DFC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6766" y="4630314"/>
            <a:ext cx="1803010" cy="396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altLang="zh-CN" sz="1600" b="0" i="0" smtClean="0">
                <a:solidFill>
                  <a:srgbClr val="FFFFFF"/>
                </a:solidFill>
                <a:latin typeface="+mn-lt"/>
                <a:ea typeface="+mj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 err="1"/>
              <a:t>OfficePLUS</a:t>
            </a:r>
            <a:endParaRPr lang="en-US" altLang="zh-CN" dirty="0"/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41F8C128-B8BC-A272-E686-06FDE5B2DF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22743" y="4656882"/>
            <a:ext cx="1803010" cy="396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600" b="0" i="0" smtClean="0">
                <a:solidFill>
                  <a:srgbClr val="FFFFFF"/>
                </a:solidFill>
                <a:latin typeface="+mn-lt"/>
                <a:ea typeface="+mj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   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endParaRPr lang="en-US" altLang="zh-CN" dirty="0"/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6799C191-F897-83AF-ED46-2FB7242322D3}"/>
              </a:ext>
            </a:extLst>
          </p:cNvPr>
          <p:cNvGrpSpPr/>
          <p:nvPr userDrawn="1"/>
        </p:nvGrpSpPr>
        <p:grpSpPr>
          <a:xfrm>
            <a:off x="42456" y="33453"/>
            <a:ext cx="2223549" cy="723731"/>
            <a:chOff x="321671" y="5308685"/>
            <a:chExt cx="2223549" cy="723731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22820C56-1F26-3EEF-A3EB-01FADA57CA93}"/>
                </a:ext>
              </a:extLst>
            </p:cNvPr>
            <p:cNvGrpSpPr/>
            <p:nvPr/>
          </p:nvGrpSpPr>
          <p:grpSpPr>
            <a:xfrm>
              <a:off x="321671" y="5308685"/>
              <a:ext cx="502176" cy="723731"/>
              <a:chOff x="1159122" y="4979505"/>
              <a:chExt cx="531455" cy="765928"/>
            </a:xfr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5400000" scaled="1"/>
            </a:gradFill>
          </p:grpSpPr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ED8C83A8-12BF-1909-67A8-3B863E6C2685}"/>
                  </a:ext>
                </a:extLst>
              </p:cNvPr>
              <p:cNvSpPr/>
              <p:nvPr/>
            </p:nvSpPr>
            <p:spPr>
              <a:xfrm>
                <a:off x="1159122" y="4979505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21CC7FFD-3A54-C690-2405-5C7BB1E803BA}"/>
                  </a:ext>
                </a:extLst>
              </p:cNvPr>
              <p:cNvSpPr/>
              <p:nvPr/>
            </p:nvSpPr>
            <p:spPr>
              <a:xfrm>
                <a:off x="1312275" y="4979505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5758AED1-CE61-647D-86F8-34A1162C090D}"/>
                  </a:ext>
                </a:extLst>
              </p:cNvPr>
              <p:cNvSpPr/>
              <p:nvPr/>
            </p:nvSpPr>
            <p:spPr>
              <a:xfrm>
                <a:off x="1465425" y="4979505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0D1CAE04-566C-6A0B-B82F-4182F1D68ABE}"/>
                  </a:ext>
                </a:extLst>
              </p:cNvPr>
              <p:cNvSpPr/>
              <p:nvPr/>
            </p:nvSpPr>
            <p:spPr>
              <a:xfrm>
                <a:off x="1618577" y="4979505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8F1475A2-1701-4E1B-1233-7A5FC9A97C98}"/>
                  </a:ext>
                </a:extLst>
              </p:cNvPr>
              <p:cNvSpPr/>
              <p:nvPr/>
            </p:nvSpPr>
            <p:spPr>
              <a:xfrm>
                <a:off x="1159122" y="5118291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4414CA05-0F47-B68A-3F43-C4F62E936D40}"/>
                  </a:ext>
                </a:extLst>
              </p:cNvPr>
              <p:cNvSpPr/>
              <p:nvPr/>
            </p:nvSpPr>
            <p:spPr>
              <a:xfrm>
                <a:off x="1312275" y="5118291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7" name="椭圆 136">
                <a:extLst>
                  <a:ext uri="{FF2B5EF4-FFF2-40B4-BE49-F238E27FC236}">
                    <a16:creationId xmlns:a16="http://schemas.microsoft.com/office/drawing/2014/main" id="{A7788FB4-EC79-7D0C-004A-458D48E33DCC}"/>
                  </a:ext>
                </a:extLst>
              </p:cNvPr>
              <p:cNvSpPr/>
              <p:nvPr/>
            </p:nvSpPr>
            <p:spPr>
              <a:xfrm>
                <a:off x="1465425" y="5118291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D5934468-29EC-5C1B-CB53-D92307F862B8}"/>
                  </a:ext>
                </a:extLst>
              </p:cNvPr>
              <p:cNvSpPr/>
              <p:nvPr/>
            </p:nvSpPr>
            <p:spPr>
              <a:xfrm>
                <a:off x="1618577" y="5118291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9" name="椭圆 138">
                <a:extLst>
                  <a:ext uri="{FF2B5EF4-FFF2-40B4-BE49-F238E27FC236}">
                    <a16:creationId xmlns:a16="http://schemas.microsoft.com/office/drawing/2014/main" id="{3B7017AE-4781-C4DB-EE9B-978BC7E120EA}"/>
                  </a:ext>
                </a:extLst>
              </p:cNvPr>
              <p:cNvSpPr/>
              <p:nvPr/>
            </p:nvSpPr>
            <p:spPr>
              <a:xfrm>
                <a:off x="1159122" y="5257076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0" name="椭圆 139">
                <a:extLst>
                  <a:ext uri="{FF2B5EF4-FFF2-40B4-BE49-F238E27FC236}">
                    <a16:creationId xmlns:a16="http://schemas.microsoft.com/office/drawing/2014/main" id="{4C64C793-BA96-9E91-5A9F-AF98D8E6C145}"/>
                  </a:ext>
                </a:extLst>
              </p:cNvPr>
              <p:cNvSpPr/>
              <p:nvPr/>
            </p:nvSpPr>
            <p:spPr>
              <a:xfrm>
                <a:off x="1312275" y="5257076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1" name="椭圆 140">
                <a:extLst>
                  <a:ext uri="{FF2B5EF4-FFF2-40B4-BE49-F238E27FC236}">
                    <a16:creationId xmlns:a16="http://schemas.microsoft.com/office/drawing/2014/main" id="{ED7DEE6E-79B3-3282-FE0E-692E46DF58C6}"/>
                  </a:ext>
                </a:extLst>
              </p:cNvPr>
              <p:cNvSpPr/>
              <p:nvPr/>
            </p:nvSpPr>
            <p:spPr>
              <a:xfrm>
                <a:off x="1465425" y="5257076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2" name="椭圆 141">
                <a:extLst>
                  <a:ext uri="{FF2B5EF4-FFF2-40B4-BE49-F238E27FC236}">
                    <a16:creationId xmlns:a16="http://schemas.microsoft.com/office/drawing/2014/main" id="{21303A19-C87D-D58F-40CF-41B08895D0FB}"/>
                  </a:ext>
                </a:extLst>
              </p:cNvPr>
              <p:cNvSpPr/>
              <p:nvPr/>
            </p:nvSpPr>
            <p:spPr>
              <a:xfrm>
                <a:off x="1618577" y="5257076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3" name="椭圆 142">
                <a:extLst>
                  <a:ext uri="{FF2B5EF4-FFF2-40B4-BE49-F238E27FC236}">
                    <a16:creationId xmlns:a16="http://schemas.microsoft.com/office/drawing/2014/main" id="{EF20FD92-64BC-2679-D9BC-9E56C8E4B8D3}"/>
                  </a:ext>
                </a:extLst>
              </p:cNvPr>
              <p:cNvSpPr/>
              <p:nvPr/>
            </p:nvSpPr>
            <p:spPr>
              <a:xfrm>
                <a:off x="1159122" y="5395862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4811F5D4-D2F5-3FDE-68BA-954D78523BE4}"/>
                  </a:ext>
                </a:extLst>
              </p:cNvPr>
              <p:cNvSpPr/>
              <p:nvPr/>
            </p:nvSpPr>
            <p:spPr>
              <a:xfrm>
                <a:off x="1312275" y="5395862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88E9AD41-C74C-2E71-A1FE-2C5768ABDE71}"/>
                  </a:ext>
                </a:extLst>
              </p:cNvPr>
              <p:cNvSpPr/>
              <p:nvPr/>
            </p:nvSpPr>
            <p:spPr>
              <a:xfrm>
                <a:off x="1465425" y="5395862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41C10AA6-649C-4445-124E-FB305F6A3EB6}"/>
                  </a:ext>
                </a:extLst>
              </p:cNvPr>
              <p:cNvSpPr/>
              <p:nvPr/>
            </p:nvSpPr>
            <p:spPr>
              <a:xfrm>
                <a:off x="1618577" y="5395862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3562D163-2CAF-4707-00E9-CF61D22ACD9C}"/>
                  </a:ext>
                </a:extLst>
              </p:cNvPr>
              <p:cNvSpPr/>
              <p:nvPr/>
            </p:nvSpPr>
            <p:spPr>
              <a:xfrm>
                <a:off x="1159122" y="5534647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010EC035-7156-9888-CE7C-D92D3537F1FE}"/>
                  </a:ext>
                </a:extLst>
              </p:cNvPr>
              <p:cNvSpPr/>
              <p:nvPr/>
            </p:nvSpPr>
            <p:spPr>
              <a:xfrm>
                <a:off x="1312275" y="5534647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58509ED7-A5B0-02E2-CF76-8E2C064E448A}"/>
                  </a:ext>
                </a:extLst>
              </p:cNvPr>
              <p:cNvSpPr/>
              <p:nvPr/>
            </p:nvSpPr>
            <p:spPr>
              <a:xfrm>
                <a:off x="1465425" y="5534647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19F772EC-A453-C270-8135-960846B5309B}"/>
                  </a:ext>
                </a:extLst>
              </p:cNvPr>
              <p:cNvSpPr/>
              <p:nvPr/>
            </p:nvSpPr>
            <p:spPr>
              <a:xfrm>
                <a:off x="1618577" y="5534647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CE42A3D2-9986-2FD9-7436-87B660408535}"/>
                  </a:ext>
                </a:extLst>
              </p:cNvPr>
              <p:cNvSpPr/>
              <p:nvPr/>
            </p:nvSpPr>
            <p:spPr>
              <a:xfrm>
                <a:off x="1159122" y="5673433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BB4D7696-9255-3421-4486-9095489E4AFD}"/>
                  </a:ext>
                </a:extLst>
              </p:cNvPr>
              <p:cNvSpPr/>
              <p:nvPr/>
            </p:nvSpPr>
            <p:spPr>
              <a:xfrm>
                <a:off x="1312275" y="5673433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89F7F91D-14BB-2ABC-938C-F3A30A0C5F76}"/>
                  </a:ext>
                </a:extLst>
              </p:cNvPr>
              <p:cNvSpPr/>
              <p:nvPr/>
            </p:nvSpPr>
            <p:spPr>
              <a:xfrm>
                <a:off x="1465425" y="5673433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342562AF-D96D-8EE9-7E05-DDB27556E167}"/>
                  </a:ext>
                </a:extLst>
              </p:cNvPr>
              <p:cNvSpPr/>
              <p:nvPr/>
            </p:nvSpPr>
            <p:spPr>
              <a:xfrm>
                <a:off x="1618577" y="5673433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81B33713-55FA-BCA5-96D5-BAC5E76FFC45}"/>
                </a:ext>
              </a:extLst>
            </p:cNvPr>
            <p:cNvGrpSpPr/>
            <p:nvPr/>
          </p:nvGrpSpPr>
          <p:grpSpPr>
            <a:xfrm>
              <a:off x="1285471" y="5317123"/>
              <a:ext cx="1259749" cy="706854"/>
              <a:chOff x="1087660" y="-36875"/>
              <a:chExt cx="1259749" cy="706854"/>
            </a:xfr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5400000" scaled="1"/>
            </a:gradFill>
          </p:grpSpPr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E42E4CA4-FF74-4B6D-FC96-46878B1D0828}"/>
                  </a:ext>
                </a:extLst>
              </p:cNvPr>
              <p:cNvSpPr/>
              <p:nvPr/>
            </p:nvSpPr>
            <p:spPr>
              <a:xfrm>
                <a:off x="1087660" y="-36874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0B6E1673-B679-424E-4D97-DFD3519EE273}"/>
                  </a:ext>
                </a:extLst>
              </p:cNvPr>
              <p:cNvSpPr/>
              <p:nvPr/>
            </p:nvSpPr>
            <p:spPr>
              <a:xfrm>
                <a:off x="1257452" y="-3687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405E95EF-B57A-BBB9-2EA7-7A713168DE9F}"/>
                  </a:ext>
                </a:extLst>
              </p:cNvPr>
              <p:cNvSpPr/>
              <p:nvPr/>
            </p:nvSpPr>
            <p:spPr>
              <a:xfrm>
                <a:off x="1427244" y="-36873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4F5EC0C9-929D-2105-671B-4B8BAC1CAEBC}"/>
                  </a:ext>
                </a:extLst>
              </p:cNvPr>
              <p:cNvSpPr/>
              <p:nvPr/>
            </p:nvSpPr>
            <p:spPr>
              <a:xfrm>
                <a:off x="1597037" y="-3687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48BA668B-E4A9-2475-95FA-E912D8D209F4}"/>
                  </a:ext>
                </a:extLst>
              </p:cNvPr>
              <p:cNvSpPr/>
              <p:nvPr/>
            </p:nvSpPr>
            <p:spPr>
              <a:xfrm>
                <a:off x="1766829" y="-3687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9C6CA07C-75E6-F01A-44B4-C1C56840D822}"/>
                  </a:ext>
                </a:extLst>
              </p:cNvPr>
              <p:cNvSpPr/>
              <p:nvPr/>
            </p:nvSpPr>
            <p:spPr>
              <a:xfrm>
                <a:off x="1936621" y="-3687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AE8B9925-62CB-BA01-E39D-0F6686554050}"/>
                  </a:ext>
                </a:extLst>
              </p:cNvPr>
              <p:cNvSpPr/>
              <p:nvPr/>
            </p:nvSpPr>
            <p:spPr>
              <a:xfrm>
                <a:off x="2106413" y="-3687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3582C126-DE8B-945A-587A-68667058A298}"/>
                  </a:ext>
                </a:extLst>
              </p:cNvPr>
              <p:cNvSpPr/>
              <p:nvPr/>
            </p:nvSpPr>
            <p:spPr>
              <a:xfrm>
                <a:off x="2276206" y="-3687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F1965CF3-F797-8DD7-3D86-D43E6DA8E038}"/>
                  </a:ext>
                </a:extLst>
              </p:cNvPr>
              <p:cNvSpPr/>
              <p:nvPr/>
            </p:nvSpPr>
            <p:spPr>
              <a:xfrm>
                <a:off x="1087660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481B8553-4156-C362-7463-1E223B38EC07}"/>
                  </a:ext>
                </a:extLst>
              </p:cNvPr>
              <p:cNvSpPr/>
              <p:nvPr/>
            </p:nvSpPr>
            <p:spPr>
              <a:xfrm>
                <a:off x="1257452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8CC4A1A8-679C-395C-8A1F-5FB684712551}"/>
                  </a:ext>
                </a:extLst>
              </p:cNvPr>
              <p:cNvSpPr/>
              <p:nvPr/>
            </p:nvSpPr>
            <p:spPr>
              <a:xfrm>
                <a:off x="1427244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6E61181E-8718-55BA-7E8A-171B45E0288D}"/>
                  </a:ext>
                </a:extLst>
              </p:cNvPr>
              <p:cNvSpPr/>
              <p:nvPr/>
            </p:nvSpPr>
            <p:spPr>
              <a:xfrm>
                <a:off x="1597037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9ACB3A8A-2528-0FCE-585E-9088CEA1E955}"/>
                  </a:ext>
                </a:extLst>
              </p:cNvPr>
              <p:cNvSpPr/>
              <p:nvPr/>
            </p:nvSpPr>
            <p:spPr>
              <a:xfrm>
                <a:off x="1766829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33BBDEE1-2750-1CAA-A6E0-B67F38259A16}"/>
                  </a:ext>
                </a:extLst>
              </p:cNvPr>
              <p:cNvSpPr/>
              <p:nvPr/>
            </p:nvSpPr>
            <p:spPr>
              <a:xfrm>
                <a:off x="1936621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B7269BB5-5868-D39B-1B2A-00C5488C84FD}"/>
                  </a:ext>
                </a:extLst>
              </p:cNvPr>
              <p:cNvSpPr/>
              <p:nvPr/>
            </p:nvSpPr>
            <p:spPr>
              <a:xfrm>
                <a:off x="2106413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43F4E3DC-3FD4-6B8C-D539-38179D72D126}"/>
                  </a:ext>
                </a:extLst>
              </p:cNvPr>
              <p:cNvSpPr/>
              <p:nvPr/>
            </p:nvSpPr>
            <p:spPr>
              <a:xfrm>
                <a:off x="2276206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997729F0-7015-3313-3318-E43D933EA966}"/>
                  </a:ext>
                </a:extLst>
              </p:cNvPr>
              <p:cNvSpPr/>
              <p:nvPr/>
            </p:nvSpPr>
            <p:spPr>
              <a:xfrm>
                <a:off x="1087660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CA5E8997-0DAA-8A28-69E6-3DA323693AD4}"/>
                  </a:ext>
                </a:extLst>
              </p:cNvPr>
              <p:cNvSpPr/>
              <p:nvPr/>
            </p:nvSpPr>
            <p:spPr>
              <a:xfrm>
                <a:off x="1257452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BE9BDE3E-3FA2-72D2-DC10-2F035C45C413}"/>
                  </a:ext>
                </a:extLst>
              </p:cNvPr>
              <p:cNvSpPr/>
              <p:nvPr/>
            </p:nvSpPr>
            <p:spPr>
              <a:xfrm>
                <a:off x="1427244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8AA81733-7E30-60C6-C223-20D2BF7282A8}"/>
                  </a:ext>
                </a:extLst>
              </p:cNvPr>
              <p:cNvSpPr/>
              <p:nvPr/>
            </p:nvSpPr>
            <p:spPr>
              <a:xfrm>
                <a:off x="1597037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9702E5B8-1B15-BD6F-EFEA-73E06342455E}"/>
                  </a:ext>
                </a:extLst>
              </p:cNvPr>
              <p:cNvSpPr/>
              <p:nvPr/>
            </p:nvSpPr>
            <p:spPr>
              <a:xfrm>
                <a:off x="1766829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128AD18E-EF16-6E7B-854D-B996987EA188}"/>
                  </a:ext>
                </a:extLst>
              </p:cNvPr>
              <p:cNvSpPr/>
              <p:nvPr/>
            </p:nvSpPr>
            <p:spPr>
              <a:xfrm>
                <a:off x="1936621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17CE1DE2-DCB4-4A92-CE0B-C2CF5C2E9952}"/>
                  </a:ext>
                </a:extLst>
              </p:cNvPr>
              <p:cNvSpPr/>
              <p:nvPr/>
            </p:nvSpPr>
            <p:spPr>
              <a:xfrm>
                <a:off x="2106413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53438D2F-0282-061C-46FA-D4CAEE28B3BA}"/>
                  </a:ext>
                </a:extLst>
              </p:cNvPr>
              <p:cNvSpPr/>
              <p:nvPr/>
            </p:nvSpPr>
            <p:spPr>
              <a:xfrm>
                <a:off x="2276206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D5829241-F658-8D1B-C2B5-D0BEAAB503BB}"/>
                  </a:ext>
                </a:extLst>
              </p:cNvPr>
              <p:cNvSpPr/>
              <p:nvPr/>
            </p:nvSpPr>
            <p:spPr>
              <a:xfrm>
                <a:off x="1087660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2FA66431-8BE3-DEF4-618F-82CB4F5AA321}"/>
                  </a:ext>
                </a:extLst>
              </p:cNvPr>
              <p:cNvSpPr/>
              <p:nvPr/>
            </p:nvSpPr>
            <p:spPr>
              <a:xfrm>
                <a:off x="1257452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FE52ED55-4E50-DBF7-F471-7C7C1F4A4441}"/>
                  </a:ext>
                </a:extLst>
              </p:cNvPr>
              <p:cNvSpPr/>
              <p:nvPr/>
            </p:nvSpPr>
            <p:spPr>
              <a:xfrm>
                <a:off x="1427244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0352D814-9531-503E-E29D-2E8B3DC78012}"/>
                  </a:ext>
                </a:extLst>
              </p:cNvPr>
              <p:cNvSpPr/>
              <p:nvPr/>
            </p:nvSpPr>
            <p:spPr>
              <a:xfrm>
                <a:off x="1597037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4E156F97-6600-B7FC-AB5E-47955882D633}"/>
                  </a:ext>
                </a:extLst>
              </p:cNvPr>
              <p:cNvSpPr/>
              <p:nvPr/>
            </p:nvSpPr>
            <p:spPr>
              <a:xfrm>
                <a:off x="1766829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11252E20-F084-F5A5-46C7-1DEAEE1AA342}"/>
                  </a:ext>
                </a:extLst>
              </p:cNvPr>
              <p:cNvSpPr/>
              <p:nvPr/>
            </p:nvSpPr>
            <p:spPr>
              <a:xfrm>
                <a:off x="1936621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8E313A58-96A3-1E56-2277-2323C93BFE64}"/>
                  </a:ext>
                </a:extLst>
              </p:cNvPr>
              <p:cNvSpPr/>
              <p:nvPr/>
            </p:nvSpPr>
            <p:spPr>
              <a:xfrm>
                <a:off x="2106413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2DE16530-5E29-FDC5-40DA-6EB0D240338B}"/>
                  </a:ext>
                </a:extLst>
              </p:cNvPr>
              <p:cNvSpPr/>
              <p:nvPr/>
            </p:nvSpPr>
            <p:spPr>
              <a:xfrm>
                <a:off x="2276206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659AAAD9-5D57-229B-B580-64ECD1B41246}"/>
                  </a:ext>
                </a:extLst>
              </p:cNvPr>
              <p:cNvSpPr/>
              <p:nvPr/>
            </p:nvSpPr>
            <p:spPr>
              <a:xfrm>
                <a:off x="1087660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FAC459CF-F0E0-0BD0-00F4-DF38053DD5EA}"/>
                  </a:ext>
                </a:extLst>
              </p:cNvPr>
              <p:cNvSpPr/>
              <p:nvPr/>
            </p:nvSpPr>
            <p:spPr>
              <a:xfrm>
                <a:off x="1257452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A080ECC2-CC30-1476-C386-1194DA1F06B9}"/>
                  </a:ext>
                </a:extLst>
              </p:cNvPr>
              <p:cNvSpPr/>
              <p:nvPr/>
            </p:nvSpPr>
            <p:spPr>
              <a:xfrm>
                <a:off x="1427244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8F04D102-465F-00CF-1783-054586551488}"/>
                  </a:ext>
                </a:extLst>
              </p:cNvPr>
              <p:cNvSpPr/>
              <p:nvPr/>
            </p:nvSpPr>
            <p:spPr>
              <a:xfrm>
                <a:off x="1597037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C3DE9E70-2E39-FE9A-20C3-BB76414631D3}"/>
                  </a:ext>
                </a:extLst>
              </p:cNvPr>
              <p:cNvSpPr/>
              <p:nvPr/>
            </p:nvSpPr>
            <p:spPr>
              <a:xfrm>
                <a:off x="1766829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0" name="椭圆 119">
                <a:extLst>
                  <a:ext uri="{FF2B5EF4-FFF2-40B4-BE49-F238E27FC236}">
                    <a16:creationId xmlns:a16="http://schemas.microsoft.com/office/drawing/2014/main" id="{54985E04-556B-6624-8A1E-D3B642E56ED1}"/>
                  </a:ext>
                </a:extLst>
              </p:cNvPr>
              <p:cNvSpPr/>
              <p:nvPr/>
            </p:nvSpPr>
            <p:spPr>
              <a:xfrm>
                <a:off x="1936621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8FEC9337-C881-24AA-C9DF-9C0CA99896C9}"/>
                  </a:ext>
                </a:extLst>
              </p:cNvPr>
              <p:cNvSpPr/>
              <p:nvPr/>
            </p:nvSpPr>
            <p:spPr>
              <a:xfrm>
                <a:off x="2106413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B1455429-2639-7496-8767-EDDC4A55A6A8}"/>
                  </a:ext>
                </a:extLst>
              </p:cNvPr>
              <p:cNvSpPr/>
              <p:nvPr/>
            </p:nvSpPr>
            <p:spPr>
              <a:xfrm>
                <a:off x="2276206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3" name="椭圆 122">
                <a:extLst>
                  <a:ext uri="{FF2B5EF4-FFF2-40B4-BE49-F238E27FC236}">
                    <a16:creationId xmlns:a16="http://schemas.microsoft.com/office/drawing/2014/main" id="{2FF83217-5847-CD51-817C-D10F2AE0854D}"/>
                  </a:ext>
                </a:extLst>
              </p:cNvPr>
              <p:cNvSpPr/>
              <p:nvPr/>
            </p:nvSpPr>
            <p:spPr>
              <a:xfrm>
                <a:off x="1087660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F1BDC4CD-0A0B-2429-6006-2DD6F1E7A5D9}"/>
                  </a:ext>
                </a:extLst>
              </p:cNvPr>
              <p:cNvSpPr/>
              <p:nvPr/>
            </p:nvSpPr>
            <p:spPr>
              <a:xfrm>
                <a:off x="1257452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5" name="椭圆 124">
                <a:extLst>
                  <a:ext uri="{FF2B5EF4-FFF2-40B4-BE49-F238E27FC236}">
                    <a16:creationId xmlns:a16="http://schemas.microsoft.com/office/drawing/2014/main" id="{040B5FAE-487B-352E-DD1F-E941EBF92F04}"/>
                  </a:ext>
                </a:extLst>
              </p:cNvPr>
              <p:cNvSpPr/>
              <p:nvPr/>
            </p:nvSpPr>
            <p:spPr>
              <a:xfrm>
                <a:off x="1427244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48AAB302-D03B-B3FA-A894-3D8EBF988CD4}"/>
                  </a:ext>
                </a:extLst>
              </p:cNvPr>
              <p:cNvSpPr/>
              <p:nvPr/>
            </p:nvSpPr>
            <p:spPr>
              <a:xfrm>
                <a:off x="1597037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7" name="椭圆 126">
                <a:extLst>
                  <a:ext uri="{FF2B5EF4-FFF2-40B4-BE49-F238E27FC236}">
                    <a16:creationId xmlns:a16="http://schemas.microsoft.com/office/drawing/2014/main" id="{05CDD9FB-1D73-16B9-F953-2FEE857F2806}"/>
                  </a:ext>
                </a:extLst>
              </p:cNvPr>
              <p:cNvSpPr/>
              <p:nvPr/>
            </p:nvSpPr>
            <p:spPr>
              <a:xfrm>
                <a:off x="1766829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4B8E8715-8170-2EED-0FF7-56D2D61987E2}"/>
                  </a:ext>
                </a:extLst>
              </p:cNvPr>
              <p:cNvSpPr/>
              <p:nvPr/>
            </p:nvSpPr>
            <p:spPr>
              <a:xfrm>
                <a:off x="1936621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4357A98D-1B15-214E-96AC-BFBB768B5505}"/>
                  </a:ext>
                </a:extLst>
              </p:cNvPr>
              <p:cNvSpPr/>
              <p:nvPr/>
            </p:nvSpPr>
            <p:spPr>
              <a:xfrm>
                <a:off x="2106413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8AEB8977-C4F7-A7FC-9CC5-D5F62F2BFABB}"/>
                  </a:ext>
                </a:extLst>
              </p:cNvPr>
              <p:cNvSpPr/>
              <p:nvPr/>
            </p:nvSpPr>
            <p:spPr>
              <a:xfrm>
                <a:off x="2276206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15FCD51-EDC9-E069-8930-FAA1A9BF3D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947" y="2064427"/>
            <a:ext cx="5080356" cy="359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018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3861" userDrawn="1">
          <p15:clr>
            <a:srgbClr val="FBAE40"/>
          </p15:clr>
        </p15:guide>
        <p15:guide id="4" orient="horz" pos="3929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7" pos="7265" userDrawn="1">
          <p15:clr>
            <a:srgbClr val="FBAE40"/>
          </p15:clr>
        </p15:guide>
        <p15:guide id="8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低可信度描述已自动生成">
            <a:extLst>
              <a:ext uri="{FF2B5EF4-FFF2-40B4-BE49-F238E27FC236}">
                <a16:creationId xmlns:a16="http://schemas.microsoft.com/office/drawing/2014/main" id="{33A5ED19-0292-4E3A-144D-46569B3642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255"/>
          <a:stretch/>
        </p:blipFill>
        <p:spPr>
          <a:xfrm>
            <a:off x="6464870" y="-18143"/>
            <a:ext cx="6054945" cy="6876143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6464870" y="-18143"/>
            <a:ext cx="6096000" cy="6876143"/>
          </a:xfrm>
          <a:prstGeom prst="rect">
            <a:avLst/>
          </a:prstGeom>
          <a:gradFill>
            <a:gsLst>
              <a:gs pos="24000">
                <a:schemeClr val="accent1">
                  <a:alpha val="80000"/>
                </a:schemeClr>
              </a:gs>
              <a:gs pos="100000">
                <a:schemeClr val="accent1">
                  <a:alpha val="90000"/>
                </a:schemeClr>
              </a:gs>
              <a:gs pos="100000">
                <a:schemeClr val="accent1">
                  <a:lumMod val="30000"/>
                  <a:lumOff val="70000"/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9901A9-00B4-5C1B-80F0-8DEF7BB0ED5D}"/>
              </a:ext>
            </a:extLst>
          </p:cNvPr>
          <p:cNvSpPr txBox="1">
            <a:spLocks/>
          </p:cNvSpPr>
          <p:nvPr userDrawn="1"/>
        </p:nvSpPr>
        <p:spPr>
          <a:xfrm>
            <a:off x="0" y="2353155"/>
            <a:ext cx="5979443" cy="1569660"/>
          </a:xfrm>
          <a:prstGeom prst="rect">
            <a:avLst/>
          </a:prstGeom>
          <a:effectLst>
            <a:outerShdw blurRad="127000" dist="127000" algn="ctr" rotWithShape="0">
              <a:schemeClr val="accent1">
                <a:alpha val="30000"/>
              </a:schemeClr>
            </a:outerShdw>
          </a:effectLst>
        </p:spPr>
        <p:txBody>
          <a:bodyPr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ea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600" dirty="0">
                <a:solidFill>
                  <a:srgbClr val="D9D9D9">
                    <a:alpha val="42263"/>
                  </a:srgbClr>
                </a:solidFill>
              </a:rPr>
              <a:t>Contents</a:t>
            </a:r>
            <a:endParaRPr lang="en-GB" altLang="zh-CN" sz="9600" dirty="0">
              <a:solidFill>
                <a:srgbClr val="D9D9D9">
                  <a:alpha val="42263"/>
                </a:srgbClr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D00428C-D047-8C2D-BE2C-90C8244D953B}"/>
              </a:ext>
            </a:extLst>
          </p:cNvPr>
          <p:cNvGrpSpPr/>
          <p:nvPr userDrawn="1"/>
        </p:nvGrpSpPr>
        <p:grpSpPr>
          <a:xfrm>
            <a:off x="1848793" y="2090522"/>
            <a:ext cx="3240038" cy="2020746"/>
            <a:chOff x="2127089" y="2644170"/>
            <a:chExt cx="3240038" cy="2020746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ADA82D3-2C53-6FE1-661E-067D94405DA8}"/>
                </a:ext>
              </a:extLst>
            </p:cNvPr>
            <p:cNvSpPr txBox="1">
              <a:spLocks/>
            </p:cNvSpPr>
            <p:nvPr/>
          </p:nvSpPr>
          <p:spPr>
            <a:xfrm>
              <a:off x="2127089" y="2644170"/>
              <a:ext cx="3240038" cy="2020746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lvl1pPr marL="0" indent="0" algn="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+mj-lt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ea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lt"/>
                <a:buAutoNum type="alphaLcParenR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Bef>
                  <a:spcPts val="0"/>
                </a:spcBef>
              </a:pPr>
              <a:r>
                <a:rPr lang="en-US" altLang="zh-CN" sz="11500" dirty="0">
                  <a:solidFill>
                    <a:schemeClr val="accent1"/>
                  </a:solidFill>
                </a:rPr>
                <a:t>C</a:t>
              </a:r>
              <a:r>
                <a:rPr lang="en-US" altLang="zh-CN" sz="4000" dirty="0">
                  <a:solidFill>
                    <a:schemeClr val="accent1"/>
                  </a:solidFill>
                </a:rPr>
                <a:t>ontents</a:t>
              </a:r>
              <a:endParaRPr lang="en-GB" altLang="zh-CN" sz="4000" dirty="0">
                <a:solidFill>
                  <a:schemeClr val="accent1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DD24990-563E-B5A1-6DDA-D1E376AFAAE6}"/>
                </a:ext>
              </a:extLst>
            </p:cNvPr>
            <p:cNvSpPr txBox="1">
              <a:spLocks/>
            </p:cNvSpPr>
            <p:nvPr/>
          </p:nvSpPr>
          <p:spPr>
            <a:xfrm>
              <a:off x="3335005" y="2929080"/>
              <a:ext cx="1651069" cy="770596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>
              <a:lvl1pPr marL="0" indent="0" algn="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+mj-lt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ea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lt"/>
                <a:buAutoNum type="alphaLcParenR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lang="zh-CN" altLang="en-US" sz="4000" dirty="0">
                  <a:solidFill>
                    <a:schemeClr val="accent1"/>
                  </a:solidFill>
                </a:rPr>
                <a:t>目  录</a:t>
              </a:r>
              <a:endParaRPr lang="en-GB" altLang="zh-CN" sz="40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9" name="副标题 28">
            <a:extLst>
              <a:ext uri="{FF2B5EF4-FFF2-40B4-BE49-F238E27FC236}">
                <a16:creationId xmlns:a16="http://schemas.microsoft.com/office/drawing/2014/main" id="{0D26F7A6-4CE6-0C37-C6BF-6F25CACD3D9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06187" y="1383641"/>
            <a:ext cx="3827001" cy="46166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400" b="0">
                <a:solidFill>
                  <a:srgbClr val="FDFDF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单击此处添加文本</a:t>
            </a:r>
            <a:endParaRPr lang="en-GB" dirty="0"/>
          </a:p>
        </p:txBody>
      </p:sp>
      <p:sp>
        <p:nvSpPr>
          <p:cNvPr id="36" name="文本占位符 35">
            <a:extLst>
              <a:ext uri="{FF2B5EF4-FFF2-40B4-BE49-F238E27FC236}">
                <a16:creationId xmlns:a16="http://schemas.microsoft.com/office/drawing/2014/main" id="{B07FFC16-B0F1-F370-A82C-50050CCCDB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6187" y="2383154"/>
            <a:ext cx="3827001" cy="46166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marL="0" indent="0">
              <a:lnSpc>
                <a:spcPct val="100000"/>
              </a:lnSpc>
              <a:buNone/>
              <a:defRPr lang="en-US" altLang="zh-CN" sz="2400" b="0" smtClean="0">
                <a:solidFill>
                  <a:srgbClr val="FDFDFC"/>
                </a:solidFill>
                <a:latin typeface="+mj-ea"/>
                <a:ea typeface="+mj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endParaRPr lang="en-US" altLang="zh-CN" dirty="0"/>
          </a:p>
        </p:txBody>
      </p:sp>
      <p:sp>
        <p:nvSpPr>
          <p:cNvPr id="37" name="文本占位符 36">
            <a:extLst>
              <a:ext uri="{FF2B5EF4-FFF2-40B4-BE49-F238E27FC236}">
                <a16:creationId xmlns:a16="http://schemas.microsoft.com/office/drawing/2014/main" id="{A7F95D45-7DD7-99CC-BEF1-7F8946BC39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187" y="3382667"/>
            <a:ext cx="3827001" cy="46166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US" altLang="zh-CN" sz="2400" b="0" smtClean="0">
                <a:solidFill>
                  <a:srgbClr val="FDFDFC"/>
                </a:solidFill>
                <a:latin typeface="+mj-ea"/>
                <a:ea typeface="+mj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endParaRPr lang="en-US" altLang="en-US" dirty="0"/>
          </a:p>
        </p:txBody>
      </p: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A6CDA6A6-0CC9-543C-46D4-E6909A4601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06187" y="4382180"/>
            <a:ext cx="3827001" cy="46166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marL="0" indent="0">
              <a:lnSpc>
                <a:spcPct val="100000"/>
              </a:lnSpc>
              <a:buNone/>
              <a:defRPr lang="en-US" altLang="zh-CN" sz="2400" b="0" smtClean="0">
                <a:solidFill>
                  <a:srgbClr val="FDFDFC"/>
                </a:solidFill>
                <a:latin typeface="+mj-ea"/>
                <a:ea typeface="+mj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endParaRPr lang="en-US" altLang="zh-CN" dirty="0"/>
          </a:p>
        </p:txBody>
      </p:sp>
      <p:sp>
        <p:nvSpPr>
          <p:cNvPr id="41" name="文本占位符 40">
            <a:extLst>
              <a:ext uri="{FF2B5EF4-FFF2-40B4-BE49-F238E27FC236}">
                <a16:creationId xmlns:a16="http://schemas.microsoft.com/office/drawing/2014/main" id="{E2195300-D044-CDCF-FDBB-551E88628E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706187" y="5381692"/>
            <a:ext cx="3827001" cy="46166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>
              <a:lnSpc>
                <a:spcPct val="100000"/>
              </a:lnSpc>
              <a:buNone/>
              <a:defRPr lang="en-US" altLang="zh-CN" sz="2400" b="0" smtClean="0">
                <a:solidFill>
                  <a:srgbClr val="FDFDFC"/>
                </a:solidFill>
                <a:latin typeface="+mj-ea"/>
                <a:ea typeface="+mj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endParaRPr lang="en-US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2504247-62C1-4F66-D6BC-8F079B3457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74933" y="1221220"/>
            <a:ext cx="719999" cy="720000"/>
          </a:xfrm>
          <a:prstGeom prst="flowChartConnector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altLang="zh-CN" sz="2400" b="0" i="1" smtClean="0">
                <a:solidFill>
                  <a:srgbClr val="FFFFFF"/>
                </a:solidFill>
                <a:latin typeface="+mj-lt"/>
                <a:ea typeface="+mj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01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42504247-62C1-4F66-D6BC-8F079B3457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74933" y="2229046"/>
            <a:ext cx="719999" cy="720000"/>
          </a:xfrm>
          <a:prstGeom prst="flowChartConnector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altLang="zh-CN" sz="2400" b="0" i="1" smtClean="0">
                <a:solidFill>
                  <a:srgbClr val="FFFFFF"/>
                </a:solidFill>
                <a:latin typeface="+mj-lt"/>
                <a:ea typeface="+mj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01</a:t>
            </a:r>
          </a:p>
        </p:txBody>
      </p:sp>
      <p:sp>
        <p:nvSpPr>
          <p:cNvPr id="27" name="文本占位符 26">
            <a:extLst>
              <a:ext uri="{FF2B5EF4-FFF2-40B4-BE49-F238E27FC236}">
                <a16:creationId xmlns:a16="http://schemas.microsoft.com/office/drawing/2014/main" id="{42504247-62C1-4F66-D6BC-8F079B3457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74933" y="3236872"/>
            <a:ext cx="719999" cy="720000"/>
          </a:xfrm>
          <a:prstGeom prst="flowChartConnector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altLang="zh-CN" sz="2400" b="0" i="1" smtClean="0">
                <a:solidFill>
                  <a:srgbClr val="FFFFFF"/>
                </a:solidFill>
                <a:latin typeface="+mj-lt"/>
                <a:ea typeface="+mj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01</a:t>
            </a:r>
          </a:p>
        </p:txBody>
      </p:sp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42504247-62C1-4F66-D6BC-8F079B3457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74933" y="4244698"/>
            <a:ext cx="719999" cy="720000"/>
          </a:xfrm>
          <a:prstGeom prst="flowChartConnector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altLang="zh-CN" sz="2400" b="0" i="1" smtClean="0">
                <a:solidFill>
                  <a:srgbClr val="FFFFFF"/>
                </a:solidFill>
                <a:latin typeface="+mj-lt"/>
                <a:ea typeface="+mj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01</a:t>
            </a:r>
          </a:p>
        </p:txBody>
      </p:sp>
      <p:sp>
        <p:nvSpPr>
          <p:cNvPr id="30" name="文本占位符 29">
            <a:extLst>
              <a:ext uri="{FF2B5EF4-FFF2-40B4-BE49-F238E27FC236}">
                <a16:creationId xmlns:a16="http://schemas.microsoft.com/office/drawing/2014/main" id="{42504247-62C1-4F66-D6BC-8F079B3457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4933" y="5252524"/>
            <a:ext cx="719999" cy="720000"/>
          </a:xfrm>
          <a:prstGeom prst="flowChartConnector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altLang="zh-CN" sz="2400" b="0" i="1" smtClean="0">
                <a:solidFill>
                  <a:srgbClr val="FFFFFF"/>
                </a:solidFill>
                <a:latin typeface="+mj-lt"/>
                <a:ea typeface="+mj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8105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图案&#10;&#10;低可信度描述已自动生成">
            <a:extLst>
              <a:ext uri="{FF2B5EF4-FFF2-40B4-BE49-F238E27FC236}">
                <a16:creationId xmlns:a16="http://schemas.microsoft.com/office/drawing/2014/main" id="{312141C2-5CD2-2E56-0292-8C0CF66086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87" b="13562"/>
          <a:stretch/>
        </p:blipFill>
        <p:spPr>
          <a:xfrm>
            <a:off x="8264224" y="0"/>
            <a:ext cx="3927776" cy="684784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8264224" y="0"/>
            <a:ext cx="3927776" cy="6858000"/>
          </a:xfrm>
          <a:prstGeom prst="rect">
            <a:avLst/>
          </a:prstGeom>
          <a:gradFill>
            <a:gsLst>
              <a:gs pos="39000">
                <a:schemeClr val="accent1">
                  <a:alpha val="80000"/>
                </a:schemeClr>
              </a:gs>
              <a:gs pos="100000">
                <a:schemeClr val="accent1">
                  <a:alpha val="90000"/>
                </a:schemeClr>
              </a:gs>
              <a:gs pos="100000">
                <a:schemeClr val="accent1">
                  <a:lumMod val="30000"/>
                  <a:lumOff val="70000"/>
                  <a:alpha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9">
            <a:extLst>
              <a:ext uri="{FF2B5EF4-FFF2-40B4-BE49-F238E27FC236}">
                <a16:creationId xmlns:a16="http://schemas.microsoft.com/office/drawing/2014/main" id="{822140D3-23AA-ECF8-23B3-878BED813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3503" y="1852238"/>
            <a:ext cx="6794977" cy="132343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>
              <a:lnSpc>
                <a:spcPct val="100000"/>
              </a:lnSpc>
              <a:defRPr lang="zh-CN" altLang="en-US" sz="4000">
                <a:solidFill>
                  <a:schemeClr val="accent1"/>
                </a:solidFill>
              </a:defRPr>
            </a:lvl1pPr>
          </a:lstStyle>
          <a:p>
            <a:r>
              <a:rPr kumimoji="1" lang="en-US" altLang="zh-CN" sz="4000" b="1" dirty="0">
                <a:latin typeface="+mj-ea"/>
                <a:ea typeface="+mj-ea"/>
              </a:rPr>
              <a:t>PART 01</a:t>
            </a:r>
            <a:br>
              <a:rPr kumimoji="1" lang="en-US" altLang="zh-CN" sz="4000" b="1" dirty="0">
                <a:latin typeface="+mj-ea"/>
                <a:ea typeface="+mj-ea"/>
              </a:rPr>
            </a:br>
            <a:r>
              <a:rPr kumimoji="1" lang="zh-CN" altLang="en-US" sz="4000" b="1" dirty="0">
                <a:latin typeface="+mj-ea"/>
                <a:ea typeface="+mj-ea"/>
              </a:rPr>
              <a:t>年度工作概述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1A0FBFC-2D8E-F494-91DB-15FB397D7265}"/>
              </a:ext>
            </a:extLst>
          </p:cNvPr>
          <p:cNvSpPr txBox="1"/>
          <p:nvPr userDrawn="1"/>
        </p:nvSpPr>
        <p:spPr>
          <a:xfrm rot="16200000">
            <a:off x="9458682" y="-1018858"/>
            <a:ext cx="1107996" cy="43586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>
                        <a:alpha val="43000"/>
                      </a:prstClr>
                    </a:gs>
                    <a:gs pos="98000">
                      <a:prstClr val="white">
                        <a:alpha val="21000"/>
                      </a:prstClr>
                    </a:gs>
                  </a:gsLst>
                  <a:lin ang="0" scaled="0"/>
                </a:gradFill>
                <a:effectLst/>
                <a:uLnTx/>
                <a:uFillTx/>
                <a:latin typeface="+mn-lt"/>
                <a:ea typeface="微软雅黑 Light"/>
                <a:cs typeface="+mn-cs"/>
              </a:rPr>
              <a:t>CHAPTER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>
                      <a:alpha val="43000"/>
                    </a:prstClr>
                  </a:gs>
                  <a:gs pos="98000">
                    <a:prstClr val="white">
                      <a:alpha val="21000"/>
                    </a:prstClr>
                  </a:gs>
                </a:gsLst>
                <a:lin ang="0" scaled="0"/>
              </a:gradFill>
              <a:effectLst/>
              <a:uLnTx/>
              <a:uFillTx/>
              <a:latin typeface="+mn-lt"/>
              <a:ea typeface="微软雅黑 Light"/>
              <a:cs typeface="+mn-cs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D17F269-F786-EEE3-01FD-0997E4689DBE}"/>
              </a:ext>
            </a:extLst>
          </p:cNvPr>
          <p:cNvCxnSpPr>
            <a:cxnSpLocks/>
          </p:cNvCxnSpPr>
          <p:nvPr userDrawn="1"/>
        </p:nvCxnSpPr>
        <p:spPr>
          <a:xfrm>
            <a:off x="1028224" y="3456628"/>
            <a:ext cx="7236000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占位符 32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1439205" y="3911869"/>
            <a:ext cx="144000" cy="108000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b">
            <a:noAutofit/>
          </a:bodyPr>
          <a:lstStyle>
            <a:lvl1pPr marL="0" indent="0" algn="ctr">
              <a:lnSpc>
                <a:spcPct val="120000"/>
              </a:lnSpc>
              <a:buNone/>
              <a:defRPr lang="en-US" altLang="zh-CN" sz="1200" b="0" smtClean="0">
                <a:solidFill>
                  <a:srgbClr val="FDFDFC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.</a:t>
            </a:r>
          </a:p>
        </p:txBody>
      </p:sp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1439205" y="4348202"/>
            <a:ext cx="144000" cy="108000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b">
            <a:noAutofit/>
          </a:bodyPr>
          <a:lstStyle>
            <a:lvl1pPr marL="0" indent="0" algn="ctr">
              <a:lnSpc>
                <a:spcPct val="120000"/>
              </a:lnSpc>
              <a:buNone/>
              <a:defRPr lang="en-US" altLang="zh-CN" sz="1200" b="0" smtClean="0">
                <a:solidFill>
                  <a:srgbClr val="FDFDFC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.</a:t>
            </a:r>
          </a:p>
        </p:txBody>
      </p:sp>
      <p:sp>
        <p:nvSpPr>
          <p:cNvPr id="41" name="文本占位符 40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4858993" y="3911407"/>
            <a:ext cx="144000" cy="108000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b">
            <a:noAutofit/>
          </a:bodyPr>
          <a:lstStyle>
            <a:lvl1pPr marL="0" indent="0" algn="ctr">
              <a:lnSpc>
                <a:spcPct val="120000"/>
              </a:lnSpc>
              <a:buNone/>
              <a:defRPr lang="en-US" altLang="zh-CN" sz="1200" b="0" smtClean="0">
                <a:solidFill>
                  <a:srgbClr val="FDFDFC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.</a:t>
            </a:r>
          </a:p>
        </p:txBody>
      </p:sp>
      <p:sp>
        <p:nvSpPr>
          <p:cNvPr id="42" name="文本占位符 41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4858993" y="4347740"/>
            <a:ext cx="144000" cy="108000"/>
          </a:xfrm>
          <a:prstGeom prst="triangl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b">
            <a:noAutofit/>
          </a:bodyPr>
          <a:lstStyle>
            <a:lvl1pPr marL="0" indent="0" algn="ctr">
              <a:lnSpc>
                <a:spcPct val="120000"/>
              </a:lnSpc>
              <a:buNone/>
              <a:defRPr lang="en-US" altLang="zh-CN" sz="1200" b="0" smtClean="0">
                <a:solidFill>
                  <a:srgbClr val="FDFDFC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.</a:t>
            </a:r>
          </a:p>
        </p:txBody>
      </p:sp>
      <p:sp>
        <p:nvSpPr>
          <p:cNvPr id="44" name="文本占位符 43">
            <a:extLst>
              <a:ext uri="{FF2B5EF4-FFF2-40B4-BE49-F238E27FC236}">
                <a16:creationId xmlns:a16="http://schemas.microsoft.com/office/drawing/2014/main" id="{70E6CF00-4886-8D29-A561-49DE937336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58480" y="1586953"/>
            <a:ext cx="4033519" cy="378565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24000" b="1" kern="1200" cap="none" spc="0" dirty="0">
                <a:ln w="0">
                  <a:noFill/>
                </a:ln>
                <a:solidFill>
                  <a:srgbClr val="FDFDFC"/>
                </a:solidFill>
                <a:effectLst>
                  <a:reflection blurRad="101600" stA="53000" endA="300" endPos="35500" dir="5400000" sy="-90000" algn="bl" rotWithShape="0"/>
                </a:effectLst>
                <a:latin typeface="+mj-ea"/>
                <a:ea typeface="+mj-ea"/>
                <a:cs typeface="+mn-cs"/>
              </a:defRPr>
            </a:lvl1pPr>
            <a:lvl2pPr>
              <a:defRPr>
                <a:solidFill>
                  <a:srgbClr val="FDFDFC"/>
                </a:solidFill>
              </a:defRPr>
            </a:lvl2pPr>
            <a:lvl3pPr>
              <a:defRPr>
                <a:solidFill>
                  <a:srgbClr val="FDFDFC"/>
                </a:solidFill>
              </a:defRPr>
            </a:lvl3pPr>
            <a:lvl4pPr>
              <a:defRPr>
                <a:solidFill>
                  <a:srgbClr val="FDFDFC"/>
                </a:solidFill>
              </a:defRPr>
            </a:lvl4pPr>
            <a:lvl5pPr marL="1828800" indent="0">
              <a:buNone/>
              <a:defRPr>
                <a:solidFill>
                  <a:srgbClr val="FDFDFC"/>
                </a:solidFill>
              </a:defRPr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7" name="副标题 46">
            <a:extLst>
              <a:ext uri="{FF2B5EF4-FFF2-40B4-BE49-F238E27FC236}">
                <a16:creationId xmlns:a16="http://schemas.microsoft.com/office/drawing/2014/main" id="{0D26F7A6-4CE6-0C37-C6BF-6F25CACD3D9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17605" y="3779029"/>
            <a:ext cx="2671515" cy="39837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zh-CN" altLang="en-US" sz="1800" b="0">
                <a:solidFill>
                  <a:srgbClr val="000000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单击此处添加文本</a:t>
            </a:r>
            <a:endParaRPr lang="en-GB" dirty="0"/>
          </a:p>
        </p:txBody>
      </p:sp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B07FFC16-B0F1-F370-A82C-50050CCCDB9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17604" y="4196088"/>
            <a:ext cx="2671515" cy="39837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altLang="zh-CN" sz="1800" b="0" smtClean="0">
                <a:solidFill>
                  <a:srgbClr val="000000"/>
                </a:solidFill>
                <a:latin typeface="+mn-ea"/>
                <a:ea typeface="+mn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endParaRPr lang="en-US" altLang="zh-CN" dirty="0"/>
          </a:p>
        </p:txBody>
      </p:sp>
      <p:sp>
        <p:nvSpPr>
          <p:cNvPr id="50" name="文本占位符 49">
            <a:extLst>
              <a:ext uri="{FF2B5EF4-FFF2-40B4-BE49-F238E27FC236}">
                <a16:creationId xmlns:a16="http://schemas.microsoft.com/office/drawing/2014/main" id="{B07FFC16-B0F1-F370-A82C-50050CCCDB9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37393" y="4188027"/>
            <a:ext cx="2671515" cy="39837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altLang="zh-CN" sz="1800" b="0" smtClean="0">
                <a:solidFill>
                  <a:srgbClr val="000000"/>
                </a:solidFill>
                <a:latin typeface="+mn-ea"/>
                <a:ea typeface="+mn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endParaRPr lang="en-US" altLang="zh-CN" dirty="0"/>
          </a:p>
        </p:txBody>
      </p:sp>
      <p:sp>
        <p:nvSpPr>
          <p:cNvPr id="52" name="文本占位符 51">
            <a:extLst>
              <a:ext uri="{FF2B5EF4-FFF2-40B4-BE49-F238E27FC236}">
                <a16:creationId xmlns:a16="http://schemas.microsoft.com/office/drawing/2014/main" id="{B07FFC16-B0F1-F370-A82C-50050CCCDB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37392" y="3751694"/>
            <a:ext cx="2671515" cy="39837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altLang="zh-CN" sz="1800" b="0" smtClean="0">
                <a:solidFill>
                  <a:srgbClr val="000000"/>
                </a:solidFill>
                <a:latin typeface="+mn-ea"/>
                <a:ea typeface="+mn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0329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92E4B461-8DF2-7C7B-82A7-EB8B66AF3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11" y="542689"/>
            <a:ext cx="5279291" cy="5232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CE248A-8167-F66B-AD91-2A693D2707C3}"/>
              </a:ext>
            </a:extLst>
          </p:cNvPr>
          <p:cNvSpPr/>
          <p:nvPr userDrawn="1"/>
        </p:nvSpPr>
        <p:spPr>
          <a:xfrm>
            <a:off x="0" y="604266"/>
            <a:ext cx="391618" cy="41173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38100" dist="50800" dir="5400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6FB845-AE72-0C01-784F-3E5D8171783F}"/>
              </a:ext>
            </a:extLst>
          </p:cNvPr>
          <p:cNvSpPr/>
          <p:nvPr userDrawn="1"/>
        </p:nvSpPr>
        <p:spPr>
          <a:xfrm>
            <a:off x="450208" y="604266"/>
            <a:ext cx="68239" cy="39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25400" dist="50800" dir="54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9D1324-18F8-4D53-3ED1-B8A76D95D1FA}"/>
              </a:ext>
            </a:extLst>
          </p:cNvPr>
          <p:cNvSpPr/>
          <p:nvPr userDrawn="1"/>
        </p:nvSpPr>
        <p:spPr>
          <a:xfrm>
            <a:off x="577037" y="640266"/>
            <a:ext cx="68239" cy="360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25400" dist="50800" dir="54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617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790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屏幕上有字&#10;&#10;中度可信度描述已自动生成">
            <a:extLst>
              <a:ext uri="{FF2B5EF4-FFF2-40B4-BE49-F238E27FC236}">
                <a16:creationId xmlns:a16="http://schemas.microsoft.com/office/drawing/2014/main" id="{ED18BD12-E0BF-2B98-12E0-77FA12E79F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5000" contras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113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37B5C6B-7A9A-3A73-ECD3-E8CEF75FD743}"/>
              </a:ext>
            </a:extLst>
          </p:cNvPr>
          <p:cNvSpPr/>
          <p:nvPr userDrawn="1"/>
        </p:nvSpPr>
        <p:spPr>
          <a:xfrm>
            <a:off x="-1086" y="0"/>
            <a:ext cx="12200247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9F0A72D-0E89-3478-DE78-413916A3680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392" y="1793383"/>
            <a:ext cx="5080356" cy="3598586"/>
          </a:xfrm>
          <a:prstGeom prst="rect">
            <a:avLst/>
          </a:prstGeom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37C7C4-8560-9730-C592-94BD81BB35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3789" y="4087201"/>
            <a:ext cx="1803010" cy="396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altLang="zh-CN" sz="1600" b="0" i="0" smtClean="0">
                <a:solidFill>
                  <a:srgbClr val="FFFFFF"/>
                </a:solidFill>
                <a:latin typeface="+mn-lt"/>
                <a:ea typeface="+mj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 err="1"/>
              <a:t>OfficePLUS</a:t>
            </a:r>
            <a:endParaRPr lang="en-US" altLang="zh-CN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8392043-509F-F707-5CFE-C17D917841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766" y="4113769"/>
            <a:ext cx="1803010" cy="396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2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altLang="zh-CN" sz="1600" b="0" i="0" smtClean="0">
                <a:solidFill>
                  <a:srgbClr val="FFFFFF"/>
                </a:solidFill>
                <a:latin typeface="+mn-lt"/>
                <a:ea typeface="+mj-ea"/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endParaRPr lang="en-US" altLang="zh-CN" dirty="0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F62E9980-0DE5-2CB3-0C9E-A1DC2CB62BA8}"/>
              </a:ext>
            </a:extLst>
          </p:cNvPr>
          <p:cNvGrpSpPr/>
          <p:nvPr userDrawn="1"/>
        </p:nvGrpSpPr>
        <p:grpSpPr>
          <a:xfrm>
            <a:off x="481263" y="2584963"/>
            <a:ext cx="11173565" cy="476367"/>
            <a:chOff x="1480989" y="5356246"/>
            <a:chExt cx="3489236" cy="288597"/>
          </a:xfrm>
        </p:grpSpPr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DEC6A265-C338-7BF6-5346-E6399D02037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480989" y="5356246"/>
              <a:ext cx="665681" cy="288597"/>
            </a:xfrm>
            <a:custGeom>
              <a:avLst/>
              <a:gdLst>
                <a:gd name="connsiteX0" fmla="*/ 0 w 1781175"/>
                <a:gd name="connsiteY0" fmla="*/ 488950 h 695325"/>
                <a:gd name="connsiteX1" fmla="*/ 663575 w 1781175"/>
                <a:gd name="connsiteY1" fmla="*/ 488950 h 695325"/>
                <a:gd name="connsiteX2" fmla="*/ 815975 w 1781175"/>
                <a:gd name="connsiteY2" fmla="*/ 0 h 695325"/>
                <a:gd name="connsiteX3" fmla="*/ 965200 w 1781175"/>
                <a:gd name="connsiteY3" fmla="*/ 695325 h 695325"/>
                <a:gd name="connsiteX4" fmla="*/ 1057275 w 1781175"/>
                <a:gd name="connsiteY4" fmla="*/ 298450 h 695325"/>
                <a:gd name="connsiteX5" fmla="*/ 1781175 w 1781175"/>
                <a:gd name="connsiteY5" fmla="*/ 298450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1175" h="695325">
                  <a:moveTo>
                    <a:pt x="0" y="488950"/>
                  </a:moveTo>
                  <a:lnTo>
                    <a:pt x="663575" y="488950"/>
                  </a:lnTo>
                  <a:lnTo>
                    <a:pt x="815975" y="0"/>
                  </a:lnTo>
                  <a:lnTo>
                    <a:pt x="965200" y="695325"/>
                  </a:lnTo>
                  <a:lnTo>
                    <a:pt x="1057275" y="298450"/>
                  </a:lnTo>
                  <a:lnTo>
                    <a:pt x="1781175" y="298450"/>
                  </a:lnTo>
                </a:path>
              </a:pathLst>
            </a:custGeom>
            <a:ln w="12700" cap="rnd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rgbClr val="FDFD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b="1" i="0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363EA31F-D01B-8D12-C746-10E4F61BFFF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flipH="1">
              <a:off x="4304544" y="5356246"/>
              <a:ext cx="665681" cy="288597"/>
            </a:xfrm>
            <a:custGeom>
              <a:avLst/>
              <a:gdLst>
                <a:gd name="connsiteX0" fmla="*/ 0 w 1781175"/>
                <a:gd name="connsiteY0" fmla="*/ 488950 h 695325"/>
                <a:gd name="connsiteX1" fmla="*/ 663575 w 1781175"/>
                <a:gd name="connsiteY1" fmla="*/ 488950 h 695325"/>
                <a:gd name="connsiteX2" fmla="*/ 815975 w 1781175"/>
                <a:gd name="connsiteY2" fmla="*/ 0 h 695325"/>
                <a:gd name="connsiteX3" fmla="*/ 965200 w 1781175"/>
                <a:gd name="connsiteY3" fmla="*/ 695325 h 695325"/>
                <a:gd name="connsiteX4" fmla="*/ 1057275 w 1781175"/>
                <a:gd name="connsiteY4" fmla="*/ 298450 h 695325"/>
                <a:gd name="connsiteX5" fmla="*/ 1781175 w 1781175"/>
                <a:gd name="connsiteY5" fmla="*/ 298450 h 69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1175" h="695325">
                  <a:moveTo>
                    <a:pt x="0" y="488950"/>
                  </a:moveTo>
                  <a:lnTo>
                    <a:pt x="663575" y="488950"/>
                  </a:lnTo>
                  <a:lnTo>
                    <a:pt x="815975" y="0"/>
                  </a:lnTo>
                  <a:lnTo>
                    <a:pt x="965200" y="695325"/>
                  </a:lnTo>
                  <a:lnTo>
                    <a:pt x="1057275" y="298450"/>
                  </a:lnTo>
                  <a:lnTo>
                    <a:pt x="1781175" y="298450"/>
                  </a:lnTo>
                </a:path>
              </a:pathLst>
            </a:custGeom>
            <a:ln w="12700" cap="rnd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rgbClr val="FDFDFC"/>
                  </a:gs>
                </a:gsLst>
                <a:lin ang="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b="1" i="0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D15EBA-E55B-490E-FF0E-7C16D57F6F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14910" y="1963291"/>
            <a:ext cx="6555491" cy="14440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lang="zh-CN" altLang="en-US" sz="9800" b="1" kern="1200" cap="none" spc="0" dirty="0">
                <a:ln w="0">
                  <a:noFill/>
                </a:ln>
                <a:solidFill>
                  <a:srgbClr val="FFFFFF"/>
                </a:solidFill>
                <a:effectLst>
                  <a:reflection blurRad="101600" stA="53000" endA="300" endPos="35500" dir="5400000" sy="-90000" algn="bl" rotWithShape="0"/>
                </a:effectLst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rgbClr val="FDFDFC"/>
                </a:solidFill>
              </a:defRPr>
            </a:lvl2pPr>
            <a:lvl3pPr>
              <a:defRPr>
                <a:solidFill>
                  <a:srgbClr val="FDFDFC"/>
                </a:solidFill>
              </a:defRPr>
            </a:lvl3pPr>
            <a:lvl4pPr>
              <a:defRPr>
                <a:solidFill>
                  <a:srgbClr val="FDFDFC"/>
                </a:solidFill>
              </a:defRPr>
            </a:lvl4pPr>
            <a:lvl5pPr marL="1828800" indent="0">
              <a:buNone/>
              <a:defRPr>
                <a:solidFill>
                  <a:srgbClr val="FDFDFC"/>
                </a:solidFill>
              </a:defRPr>
            </a:lvl5pPr>
          </a:lstStyle>
          <a:p>
            <a:pPr lvl="0"/>
            <a:r>
              <a:rPr lang="zh-CN" altLang="en-US" dirty="0"/>
              <a:t>谢谢观看！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7785A940-7F74-FC93-A55F-14E13B342F56}"/>
              </a:ext>
            </a:extLst>
          </p:cNvPr>
          <p:cNvGrpSpPr/>
          <p:nvPr userDrawn="1"/>
        </p:nvGrpSpPr>
        <p:grpSpPr>
          <a:xfrm>
            <a:off x="42456" y="48126"/>
            <a:ext cx="2223549" cy="723731"/>
            <a:chOff x="321671" y="5308685"/>
            <a:chExt cx="2223549" cy="723731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BEF3B0E5-B5BC-D569-4656-DB3F6C89CF62}"/>
                </a:ext>
              </a:extLst>
            </p:cNvPr>
            <p:cNvGrpSpPr/>
            <p:nvPr/>
          </p:nvGrpSpPr>
          <p:grpSpPr>
            <a:xfrm>
              <a:off x="321671" y="5308685"/>
              <a:ext cx="502176" cy="723731"/>
              <a:chOff x="1159122" y="4979505"/>
              <a:chExt cx="531455" cy="765928"/>
            </a:xfr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5400000" scaled="1"/>
            </a:gradFill>
          </p:grpSpPr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5BA7B4D9-F5E4-352C-F3AF-A5C823C450D4}"/>
                  </a:ext>
                </a:extLst>
              </p:cNvPr>
              <p:cNvSpPr/>
              <p:nvPr/>
            </p:nvSpPr>
            <p:spPr>
              <a:xfrm>
                <a:off x="1159122" y="4979505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D2204DA3-CA3E-7E2A-1185-4AA44AE0FD05}"/>
                  </a:ext>
                </a:extLst>
              </p:cNvPr>
              <p:cNvSpPr/>
              <p:nvPr/>
            </p:nvSpPr>
            <p:spPr>
              <a:xfrm>
                <a:off x="1312275" y="4979505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1701D56B-7072-D7E3-6E9B-376381C69788}"/>
                  </a:ext>
                </a:extLst>
              </p:cNvPr>
              <p:cNvSpPr/>
              <p:nvPr/>
            </p:nvSpPr>
            <p:spPr>
              <a:xfrm>
                <a:off x="1465425" y="4979505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FEF3DCEF-F301-95B5-683E-D79E7A1C2ED9}"/>
                  </a:ext>
                </a:extLst>
              </p:cNvPr>
              <p:cNvSpPr/>
              <p:nvPr/>
            </p:nvSpPr>
            <p:spPr>
              <a:xfrm>
                <a:off x="1618577" y="4979505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7" name="椭圆 136">
                <a:extLst>
                  <a:ext uri="{FF2B5EF4-FFF2-40B4-BE49-F238E27FC236}">
                    <a16:creationId xmlns:a16="http://schemas.microsoft.com/office/drawing/2014/main" id="{8425D375-A9DC-466A-5E31-649FDD139855}"/>
                  </a:ext>
                </a:extLst>
              </p:cNvPr>
              <p:cNvSpPr/>
              <p:nvPr/>
            </p:nvSpPr>
            <p:spPr>
              <a:xfrm>
                <a:off x="1159122" y="5118291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812EF8D3-BE92-69B0-AC27-A98CB309127A}"/>
                  </a:ext>
                </a:extLst>
              </p:cNvPr>
              <p:cNvSpPr/>
              <p:nvPr/>
            </p:nvSpPr>
            <p:spPr>
              <a:xfrm>
                <a:off x="1312275" y="5118291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39" name="椭圆 138">
                <a:extLst>
                  <a:ext uri="{FF2B5EF4-FFF2-40B4-BE49-F238E27FC236}">
                    <a16:creationId xmlns:a16="http://schemas.microsoft.com/office/drawing/2014/main" id="{14B0BD97-2EF7-1708-F409-530597005F0C}"/>
                  </a:ext>
                </a:extLst>
              </p:cNvPr>
              <p:cNvSpPr/>
              <p:nvPr/>
            </p:nvSpPr>
            <p:spPr>
              <a:xfrm>
                <a:off x="1465425" y="5118291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0" name="椭圆 139">
                <a:extLst>
                  <a:ext uri="{FF2B5EF4-FFF2-40B4-BE49-F238E27FC236}">
                    <a16:creationId xmlns:a16="http://schemas.microsoft.com/office/drawing/2014/main" id="{D237E2B5-E7E8-B43D-32A9-53E11ACE1793}"/>
                  </a:ext>
                </a:extLst>
              </p:cNvPr>
              <p:cNvSpPr/>
              <p:nvPr/>
            </p:nvSpPr>
            <p:spPr>
              <a:xfrm>
                <a:off x="1618577" y="5118291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1" name="椭圆 140">
                <a:extLst>
                  <a:ext uri="{FF2B5EF4-FFF2-40B4-BE49-F238E27FC236}">
                    <a16:creationId xmlns:a16="http://schemas.microsoft.com/office/drawing/2014/main" id="{AA22D5CF-5836-78F5-A070-7FA4F0B0D8F6}"/>
                  </a:ext>
                </a:extLst>
              </p:cNvPr>
              <p:cNvSpPr/>
              <p:nvPr/>
            </p:nvSpPr>
            <p:spPr>
              <a:xfrm>
                <a:off x="1159122" y="5257076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2" name="椭圆 141">
                <a:extLst>
                  <a:ext uri="{FF2B5EF4-FFF2-40B4-BE49-F238E27FC236}">
                    <a16:creationId xmlns:a16="http://schemas.microsoft.com/office/drawing/2014/main" id="{AE791B43-EE34-DAC0-7A11-CC611FF2EF4D}"/>
                  </a:ext>
                </a:extLst>
              </p:cNvPr>
              <p:cNvSpPr/>
              <p:nvPr/>
            </p:nvSpPr>
            <p:spPr>
              <a:xfrm>
                <a:off x="1312275" y="5257076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3" name="椭圆 142">
                <a:extLst>
                  <a:ext uri="{FF2B5EF4-FFF2-40B4-BE49-F238E27FC236}">
                    <a16:creationId xmlns:a16="http://schemas.microsoft.com/office/drawing/2014/main" id="{4CF9ED60-B345-0A7F-B1FE-100487443948}"/>
                  </a:ext>
                </a:extLst>
              </p:cNvPr>
              <p:cNvSpPr/>
              <p:nvPr/>
            </p:nvSpPr>
            <p:spPr>
              <a:xfrm>
                <a:off x="1465425" y="5257076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F9D7710B-C265-EE60-6DE0-1219D5D70B05}"/>
                  </a:ext>
                </a:extLst>
              </p:cNvPr>
              <p:cNvSpPr/>
              <p:nvPr/>
            </p:nvSpPr>
            <p:spPr>
              <a:xfrm>
                <a:off x="1618577" y="5257076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C0FC720C-0715-10BA-7163-C75CF0994AAD}"/>
                  </a:ext>
                </a:extLst>
              </p:cNvPr>
              <p:cNvSpPr/>
              <p:nvPr/>
            </p:nvSpPr>
            <p:spPr>
              <a:xfrm>
                <a:off x="1159122" y="5395862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CFD4CE84-3EAB-785C-431C-7CC4E20CB20E}"/>
                  </a:ext>
                </a:extLst>
              </p:cNvPr>
              <p:cNvSpPr/>
              <p:nvPr/>
            </p:nvSpPr>
            <p:spPr>
              <a:xfrm>
                <a:off x="1312275" y="5395862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CD7BD8B4-31F0-53D5-BE3A-478399F7C6D8}"/>
                  </a:ext>
                </a:extLst>
              </p:cNvPr>
              <p:cNvSpPr/>
              <p:nvPr/>
            </p:nvSpPr>
            <p:spPr>
              <a:xfrm>
                <a:off x="1465425" y="5395862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E83A7D67-0A63-1113-CE95-0C8F540459BB}"/>
                  </a:ext>
                </a:extLst>
              </p:cNvPr>
              <p:cNvSpPr/>
              <p:nvPr/>
            </p:nvSpPr>
            <p:spPr>
              <a:xfrm>
                <a:off x="1618577" y="5395862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9B00F4F0-4B3F-119F-518C-B456DEF5F8A5}"/>
                  </a:ext>
                </a:extLst>
              </p:cNvPr>
              <p:cNvSpPr/>
              <p:nvPr/>
            </p:nvSpPr>
            <p:spPr>
              <a:xfrm>
                <a:off x="1159122" y="5534647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D00BC36E-7AB0-09B3-08C1-74C9FD32E8FF}"/>
                  </a:ext>
                </a:extLst>
              </p:cNvPr>
              <p:cNvSpPr/>
              <p:nvPr/>
            </p:nvSpPr>
            <p:spPr>
              <a:xfrm>
                <a:off x="1312275" y="5534647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8DE96499-F7DF-FB78-C556-D541B3DE4BE3}"/>
                  </a:ext>
                </a:extLst>
              </p:cNvPr>
              <p:cNvSpPr/>
              <p:nvPr/>
            </p:nvSpPr>
            <p:spPr>
              <a:xfrm>
                <a:off x="1465425" y="5534647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34E84719-D089-E3FC-F1F1-804530799BDA}"/>
                  </a:ext>
                </a:extLst>
              </p:cNvPr>
              <p:cNvSpPr/>
              <p:nvPr/>
            </p:nvSpPr>
            <p:spPr>
              <a:xfrm>
                <a:off x="1618577" y="5534647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DF28CB36-D91F-A8D1-264E-A1376793A840}"/>
                  </a:ext>
                </a:extLst>
              </p:cNvPr>
              <p:cNvSpPr/>
              <p:nvPr/>
            </p:nvSpPr>
            <p:spPr>
              <a:xfrm>
                <a:off x="1159122" y="5673433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16FA7ED2-B409-82AC-A772-7886987ADCE3}"/>
                  </a:ext>
                </a:extLst>
              </p:cNvPr>
              <p:cNvSpPr/>
              <p:nvPr/>
            </p:nvSpPr>
            <p:spPr>
              <a:xfrm>
                <a:off x="1312275" y="5673433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87EE8640-F9A2-EC09-33B0-F2E159C51955}"/>
                  </a:ext>
                </a:extLst>
              </p:cNvPr>
              <p:cNvSpPr/>
              <p:nvPr/>
            </p:nvSpPr>
            <p:spPr>
              <a:xfrm>
                <a:off x="1465425" y="5673433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E0A48946-4D87-5375-D9A5-43A0D3FEDBB6}"/>
                  </a:ext>
                </a:extLst>
              </p:cNvPr>
              <p:cNvSpPr/>
              <p:nvPr/>
            </p:nvSpPr>
            <p:spPr>
              <a:xfrm>
                <a:off x="1618577" y="5673433"/>
                <a:ext cx="72000" cy="72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7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31A87A74-AB32-684B-20B0-8E1CF1972055}"/>
                </a:ext>
              </a:extLst>
            </p:cNvPr>
            <p:cNvGrpSpPr/>
            <p:nvPr/>
          </p:nvGrpSpPr>
          <p:grpSpPr>
            <a:xfrm>
              <a:off x="1285471" y="5317123"/>
              <a:ext cx="1259749" cy="706854"/>
              <a:chOff x="1087660" y="-36875"/>
              <a:chExt cx="1259749" cy="706854"/>
            </a:xfr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5400000" scaled="1"/>
            </a:gradFill>
          </p:grpSpPr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60B7DED1-A628-FC26-810D-58F58005661C}"/>
                  </a:ext>
                </a:extLst>
              </p:cNvPr>
              <p:cNvSpPr/>
              <p:nvPr/>
            </p:nvSpPr>
            <p:spPr>
              <a:xfrm>
                <a:off x="1087660" y="-36874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BC00DD51-2510-7D2D-B24D-120278C6D80B}"/>
                  </a:ext>
                </a:extLst>
              </p:cNvPr>
              <p:cNvSpPr/>
              <p:nvPr/>
            </p:nvSpPr>
            <p:spPr>
              <a:xfrm>
                <a:off x="1257452" y="-3687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FE2B7727-8F70-48D5-A5F1-765A8B93A482}"/>
                  </a:ext>
                </a:extLst>
              </p:cNvPr>
              <p:cNvSpPr/>
              <p:nvPr/>
            </p:nvSpPr>
            <p:spPr>
              <a:xfrm>
                <a:off x="1427244" y="-36873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68F0024B-D60B-2521-BD72-B29E07D4A649}"/>
                  </a:ext>
                </a:extLst>
              </p:cNvPr>
              <p:cNvSpPr/>
              <p:nvPr/>
            </p:nvSpPr>
            <p:spPr>
              <a:xfrm>
                <a:off x="1597037" y="-3687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7BE39A74-2430-4A09-F2EF-30D2E8C84239}"/>
                  </a:ext>
                </a:extLst>
              </p:cNvPr>
              <p:cNvSpPr/>
              <p:nvPr/>
            </p:nvSpPr>
            <p:spPr>
              <a:xfrm>
                <a:off x="1766829" y="-3687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614972D8-82AE-EA20-E71A-B0ADD7665B00}"/>
                  </a:ext>
                </a:extLst>
              </p:cNvPr>
              <p:cNvSpPr/>
              <p:nvPr/>
            </p:nvSpPr>
            <p:spPr>
              <a:xfrm>
                <a:off x="1936621" y="-3687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7CF4E554-329E-B08C-B180-0D1299116813}"/>
                  </a:ext>
                </a:extLst>
              </p:cNvPr>
              <p:cNvSpPr/>
              <p:nvPr/>
            </p:nvSpPr>
            <p:spPr>
              <a:xfrm>
                <a:off x="2106413" y="-3687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FCAFA318-72BB-EB64-C923-5011042343D0}"/>
                  </a:ext>
                </a:extLst>
              </p:cNvPr>
              <p:cNvSpPr/>
              <p:nvPr/>
            </p:nvSpPr>
            <p:spPr>
              <a:xfrm>
                <a:off x="2276206" y="-3687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4D498C6A-76BB-CEDC-C44B-6B5F10D5C194}"/>
                  </a:ext>
                </a:extLst>
              </p:cNvPr>
              <p:cNvSpPr/>
              <p:nvPr/>
            </p:nvSpPr>
            <p:spPr>
              <a:xfrm>
                <a:off x="1087660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516F6061-53A3-9323-C889-3AE75F1CC450}"/>
                  </a:ext>
                </a:extLst>
              </p:cNvPr>
              <p:cNvSpPr/>
              <p:nvPr/>
            </p:nvSpPr>
            <p:spPr>
              <a:xfrm>
                <a:off x="1257452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2511B279-94F7-2BC9-0E9D-3FFE2A7A0E59}"/>
                  </a:ext>
                </a:extLst>
              </p:cNvPr>
              <p:cNvSpPr/>
              <p:nvPr/>
            </p:nvSpPr>
            <p:spPr>
              <a:xfrm>
                <a:off x="1427244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C4B81CB8-78B1-D469-8F2F-D75E40D7EA50}"/>
                  </a:ext>
                </a:extLst>
              </p:cNvPr>
              <p:cNvSpPr/>
              <p:nvPr/>
            </p:nvSpPr>
            <p:spPr>
              <a:xfrm>
                <a:off x="1597037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0646FD15-65AF-95D5-4AA1-E95DE45ED3B6}"/>
                  </a:ext>
                </a:extLst>
              </p:cNvPr>
              <p:cNvSpPr/>
              <p:nvPr/>
            </p:nvSpPr>
            <p:spPr>
              <a:xfrm>
                <a:off x="1766829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7C7B3260-3922-C6BB-90DF-8EF9150837FB}"/>
                  </a:ext>
                </a:extLst>
              </p:cNvPr>
              <p:cNvSpPr/>
              <p:nvPr/>
            </p:nvSpPr>
            <p:spPr>
              <a:xfrm>
                <a:off x="1936621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B16DBD23-E00E-C7D9-47F7-5F8AACFBB478}"/>
                  </a:ext>
                </a:extLst>
              </p:cNvPr>
              <p:cNvSpPr/>
              <p:nvPr/>
            </p:nvSpPr>
            <p:spPr>
              <a:xfrm>
                <a:off x="2106413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588D9DD5-94FC-8952-D02D-4DB3F75B4534}"/>
                  </a:ext>
                </a:extLst>
              </p:cNvPr>
              <p:cNvSpPr/>
              <p:nvPr/>
            </p:nvSpPr>
            <p:spPr>
              <a:xfrm>
                <a:off x="2276206" y="9025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5E9AD1E6-1B13-FA29-523D-5605D4B03290}"/>
                  </a:ext>
                </a:extLst>
              </p:cNvPr>
              <p:cNvSpPr/>
              <p:nvPr/>
            </p:nvSpPr>
            <p:spPr>
              <a:xfrm>
                <a:off x="1087660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72924FED-13AF-1674-B7F5-D18D48B525D1}"/>
                  </a:ext>
                </a:extLst>
              </p:cNvPr>
              <p:cNvSpPr/>
              <p:nvPr/>
            </p:nvSpPr>
            <p:spPr>
              <a:xfrm>
                <a:off x="1257452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846EDF5C-0488-E279-E832-9A1CCE5EEDD5}"/>
                  </a:ext>
                </a:extLst>
              </p:cNvPr>
              <p:cNvSpPr/>
              <p:nvPr/>
            </p:nvSpPr>
            <p:spPr>
              <a:xfrm>
                <a:off x="1427244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95DA5C43-FACD-F105-CE15-2050941D975A}"/>
                  </a:ext>
                </a:extLst>
              </p:cNvPr>
              <p:cNvSpPr/>
              <p:nvPr/>
            </p:nvSpPr>
            <p:spPr>
              <a:xfrm>
                <a:off x="1597037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C5BB6390-182C-96F8-6FB5-C2D5334C84FF}"/>
                  </a:ext>
                </a:extLst>
              </p:cNvPr>
              <p:cNvSpPr/>
              <p:nvPr/>
            </p:nvSpPr>
            <p:spPr>
              <a:xfrm>
                <a:off x="1766829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33E606FC-2281-E71E-94FE-13BBB81B8F77}"/>
                  </a:ext>
                </a:extLst>
              </p:cNvPr>
              <p:cNvSpPr/>
              <p:nvPr/>
            </p:nvSpPr>
            <p:spPr>
              <a:xfrm>
                <a:off x="1936621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45DC71D0-9528-5D7C-8777-FFAEF0750EE7}"/>
                  </a:ext>
                </a:extLst>
              </p:cNvPr>
              <p:cNvSpPr/>
              <p:nvPr/>
            </p:nvSpPr>
            <p:spPr>
              <a:xfrm>
                <a:off x="2106413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262FE224-C467-D972-8B30-7ACF1EE0DAC5}"/>
                  </a:ext>
                </a:extLst>
              </p:cNvPr>
              <p:cNvSpPr/>
              <p:nvPr/>
            </p:nvSpPr>
            <p:spPr>
              <a:xfrm>
                <a:off x="2276206" y="217385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CC3D54C5-343D-1709-3078-95877817E72F}"/>
                  </a:ext>
                </a:extLst>
              </p:cNvPr>
              <p:cNvSpPr/>
              <p:nvPr/>
            </p:nvSpPr>
            <p:spPr>
              <a:xfrm>
                <a:off x="1087660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818D1BC6-39D9-9249-8F89-EFD02CC16C17}"/>
                  </a:ext>
                </a:extLst>
              </p:cNvPr>
              <p:cNvSpPr/>
              <p:nvPr/>
            </p:nvSpPr>
            <p:spPr>
              <a:xfrm>
                <a:off x="1257452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07A89A75-4E8C-ADBD-9156-D690EAADE8B0}"/>
                  </a:ext>
                </a:extLst>
              </p:cNvPr>
              <p:cNvSpPr/>
              <p:nvPr/>
            </p:nvSpPr>
            <p:spPr>
              <a:xfrm>
                <a:off x="1427244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B7D72A81-B2A4-5188-1FE0-80D9065F33B0}"/>
                  </a:ext>
                </a:extLst>
              </p:cNvPr>
              <p:cNvSpPr/>
              <p:nvPr/>
            </p:nvSpPr>
            <p:spPr>
              <a:xfrm>
                <a:off x="1597037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27A247DE-E1D7-25D9-6080-515E19310D7F}"/>
                  </a:ext>
                </a:extLst>
              </p:cNvPr>
              <p:cNvSpPr/>
              <p:nvPr/>
            </p:nvSpPr>
            <p:spPr>
              <a:xfrm>
                <a:off x="1766829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E9A34EB2-B263-5E84-3F3F-61DAFB4A77C8}"/>
                  </a:ext>
                </a:extLst>
              </p:cNvPr>
              <p:cNvSpPr/>
              <p:nvPr/>
            </p:nvSpPr>
            <p:spPr>
              <a:xfrm>
                <a:off x="1936621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11265C48-7344-FECE-B8EE-2CDC1E1166CE}"/>
                  </a:ext>
                </a:extLst>
              </p:cNvPr>
              <p:cNvSpPr/>
              <p:nvPr/>
            </p:nvSpPr>
            <p:spPr>
              <a:xfrm>
                <a:off x="2106413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FB28B3C1-EA87-28A1-A2AB-6446466BE8CB}"/>
                  </a:ext>
                </a:extLst>
              </p:cNvPr>
              <p:cNvSpPr/>
              <p:nvPr/>
            </p:nvSpPr>
            <p:spPr>
              <a:xfrm>
                <a:off x="2276206" y="34451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B050E341-9C27-3EDB-1BEA-EBA06261C52C}"/>
                  </a:ext>
                </a:extLst>
              </p:cNvPr>
              <p:cNvSpPr/>
              <p:nvPr/>
            </p:nvSpPr>
            <p:spPr>
              <a:xfrm>
                <a:off x="1087660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0032005B-24B3-4A42-DEAC-3536784BE83C}"/>
                  </a:ext>
                </a:extLst>
              </p:cNvPr>
              <p:cNvSpPr/>
              <p:nvPr/>
            </p:nvSpPr>
            <p:spPr>
              <a:xfrm>
                <a:off x="1257452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2A7A6668-4907-8ABD-D216-CF9B22DB2EBB}"/>
                  </a:ext>
                </a:extLst>
              </p:cNvPr>
              <p:cNvSpPr/>
              <p:nvPr/>
            </p:nvSpPr>
            <p:spPr>
              <a:xfrm>
                <a:off x="1427244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0" name="椭圆 119">
                <a:extLst>
                  <a:ext uri="{FF2B5EF4-FFF2-40B4-BE49-F238E27FC236}">
                    <a16:creationId xmlns:a16="http://schemas.microsoft.com/office/drawing/2014/main" id="{20EE68C1-039A-5703-8DC0-9AE634250844}"/>
                  </a:ext>
                </a:extLst>
              </p:cNvPr>
              <p:cNvSpPr/>
              <p:nvPr/>
            </p:nvSpPr>
            <p:spPr>
              <a:xfrm>
                <a:off x="1597037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65FD8AB5-3039-7C10-A86D-0C72D3D2297D}"/>
                  </a:ext>
                </a:extLst>
              </p:cNvPr>
              <p:cNvSpPr/>
              <p:nvPr/>
            </p:nvSpPr>
            <p:spPr>
              <a:xfrm>
                <a:off x="1766829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28B6A838-15A7-AB6A-FAED-324643CD7D85}"/>
                  </a:ext>
                </a:extLst>
              </p:cNvPr>
              <p:cNvSpPr/>
              <p:nvPr/>
            </p:nvSpPr>
            <p:spPr>
              <a:xfrm>
                <a:off x="1936621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3" name="椭圆 122">
                <a:extLst>
                  <a:ext uri="{FF2B5EF4-FFF2-40B4-BE49-F238E27FC236}">
                    <a16:creationId xmlns:a16="http://schemas.microsoft.com/office/drawing/2014/main" id="{0FF48265-9EE4-52CE-C7CB-A3DB948EFEBB}"/>
                  </a:ext>
                </a:extLst>
              </p:cNvPr>
              <p:cNvSpPr/>
              <p:nvPr/>
            </p:nvSpPr>
            <p:spPr>
              <a:xfrm>
                <a:off x="2106413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A8F493A7-6307-A654-B245-3CFFACE6A2E6}"/>
                  </a:ext>
                </a:extLst>
              </p:cNvPr>
              <p:cNvSpPr/>
              <p:nvPr/>
            </p:nvSpPr>
            <p:spPr>
              <a:xfrm>
                <a:off x="2276206" y="47164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5" name="椭圆 124">
                <a:extLst>
                  <a:ext uri="{FF2B5EF4-FFF2-40B4-BE49-F238E27FC236}">
                    <a16:creationId xmlns:a16="http://schemas.microsoft.com/office/drawing/2014/main" id="{F9B9514E-1C34-F988-9880-1FC057677F23}"/>
                  </a:ext>
                </a:extLst>
              </p:cNvPr>
              <p:cNvSpPr/>
              <p:nvPr/>
            </p:nvSpPr>
            <p:spPr>
              <a:xfrm>
                <a:off x="1087660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3DC3D34A-54A5-9603-B710-9CF0BED812B4}"/>
                  </a:ext>
                </a:extLst>
              </p:cNvPr>
              <p:cNvSpPr/>
              <p:nvPr/>
            </p:nvSpPr>
            <p:spPr>
              <a:xfrm>
                <a:off x="1257452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7" name="椭圆 126">
                <a:extLst>
                  <a:ext uri="{FF2B5EF4-FFF2-40B4-BE49-F238E27FC236}">
                    <a16:creationId xmlns:a16="http://schemas.microsoft.com/office/drawing/2014/main" id="{974C395D-B47B-EA21-7BAD-8D6E5EE54129}"/>
                  </a:ext>
                </a:extLst>
              </p:cNvPr>
              <p:cNvSpPr/>
              <p:nvPr/>
            </p:nvSpPr>
            <p:spPr>
              <a:xfrm>
                <a:off x="1427244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6F0D79D2-3662-3AEC-80CB-4B56E185C493}"/>
                  </a:ext>
                </a:extLst>
              </p:cNvPr>
              <p:cNvSpPr/>
              <p:nvPr/>
            </p:nvSpPr>
            <p:spPr>
              <a:xfrm>
                <a:off x="1597037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0671B7A6-C865-FFFA-D6B4-C2AF4A53E058}"/>
                  </a:ext>
                </a:extLst>
              </p:cNvPr>
              <p:cNvSpPr/>
              <p:nvPr/>
            </p:nvSpPr>
            <p:spPr>
              <a:xfrm>
                <a:off x="1766829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822E782A-FDCA-299E-BD72-BE40D990DEAA}"/>
                  </a:ext>
                </a:extLst>
              </p:cNvPr>
              <p:cNvSpPr/>
              <p:nvPr/>
            </p:nvSpPr>
            <p:spPr>
              <a:xfrm>
                <a:off x="1936621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0171E555-6D0A-4436-6FE2-2D7AC6F279A1}"/>
                  </a:ext>
                </a:extLst>
              </p:cNvPr>
              <p:cNvSpPr/>
              <p:nvPr/>
            </p:nvSpPr>
            <p:spPr>
              <a:xfrm>
                <a:off x="2106413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7A8A12E7-4F77-1BB6-8004-0536B30556E9}"/>
                  </a:ext>
                </a:extLst>
              </p:cNvPr>
              <p:cNvSpPr/>
              <p:nvPr/>
            </p:nvSpPr>
            <p:spPr>
              <a:xfrm>
                <a:off x="2276206" y="598776"/>
                <a:ext cx="71203" cy="71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49850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93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5" r:id="rId4"/>
    <p:sldLayoutId id="2147483678" r:id="rId5"/>
    <p:sldLayoutId id="214748367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415" userDrawn="1">
          <p15:clr>
            <a:srgbClr val="F26B43"/>
          </p15:clr>
        </p15:guide>
        <p15:guide id="4" pos="7265" userDrawn="1">
          <p15:clr>
            <a:srgbClr val="F26B43"/>
          </p15:clr>
        </p15:guide>
        <p15:guide id="5" orient="horz" pos="3929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  <p15:guide id="7" orient="horz" pos="640" userDrawn="1">
          <p15:clr>
            <a:srgbClr val="F26B43"/>
          </p15:clr>
        </p15:guide>
        <p15:guide id="8" orient="horz" pos="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2DAA8-1F13-DB1D-8FEF-58021A686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097" y="1381458"/>
            <a:ext cx="10409827" cy="144655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中科院 算力调度平台（一期）  开发规划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690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7706187" y="1717016"/>
            <a:ext cx="3827001" cy="461665"/>
          </a:xfrm>
        </p:spPr>
        <p:txBody>
          <a:bodyPr/>
          <a:lstStyle/>
          <a:p>
            <a:r>
              <a:rPr lang="zh-CN" altLang="en-US" dirty="0"/>
              <a:t>整体架构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7706187" y="2716529"/>
            <a:ext cx="3827001" cy="461665"/>
          </a:xfrm>
        </p:spPr>
        <p:txBody>
          <a:bodyPr/>
          <a:lstStyle/>
          <a:p>
            <a:r>
              <a:rPr lang="zh-CN" altLang="en-US" dirty="0"/>
              <a:t>功能清单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706187" y="3716042"/>
            <a:ext cx="3827001" cy="461665"/>
          </a:xfrm>
        </p:spPr>
        <p:txBody>
          <a:bodyPr/>
          <a:lstStyle/>
          <a:p>
            <a:r>
              <a:rPr lang="zh-CN" altLang="en-US" dirty="0"/>
              <a:t>原型设计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>
          <a:xfrm>
            <a:off x="7706187" y="4715555"/>
            <a:ext cx="3827001" cy="461665"/>
          </a:xfrm>
        </p:spPr>
        <p:txBody>
          <a:bodyPr/>
          <a:lstStyle/>
          <a:p>
            <a:r>
              <a:rPr lang="zh-CN" altLang="en-US" dirty="0"/>
              <a:t>开发计划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6774933" y="1554595"/>
            <a:ext cx="719999" cy="720000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8"/>
          </p:nvPr>
        </p:nvSpPr>
        <p:spPr>
          <a:xfrm>
            <a:off x="6774933" y="2562421"/>
            <a:ext cx="719999" cy="720000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9"/>
          </p:nvPr>
        </p:nvSpPr>
        <p:spPr>
          <a:xfrm>
            <a:off x="6774933" y="3570247"/>
            <a:ext cx="719999" cy="720000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20"/>
          </p:nvPr>
        </p:nvSpPr>
        <p:spPr>
          <a:xfrm>
            <a:off x="6774933" y="4578073"/>
            <a:ext cx="719999" cy="720000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4960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整体架构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7029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F021F3AB-99DC-F992-F6DB-8ECF29AD420A}"/>
              </a:ext>
            </a:extLst>
          </p:cNvPr>
          <p:cNvSpPr/>
          <p:nvPr/>
        </p:nvSpPr>
        <p:spPr>
          <a:xfrm>
            <a:off x="1377778" y="1065909"/>
            <a:ext cx="4629668" cy="30983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608C63-6074-AAE3-B062-C0C184ABF041}"/>
              </a:ext>
            </a:extLst>
          </p:cNvPr>
          <p:cNvSpPr/>
          <p:nvPr/>
        </p:nvSpPr>
        <p:spPr>
          <a:xfrm>
            <a:off x="6126885" y="1065909"/>
            <a:ext cx="4629668" cy="30983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A56D35-D5FF-1A17-2D63-CF51895F0CAB}"/>
              </a:ext>
            </a:extLst>
          </p:cNvPr>
          <p:cNvSpPr/>
          <p:nvPr/>
        </p:nvSpPr>
        <p:spPr>
          <a:xfrm>
            <a:off x="1556951" y="3513685"/>
            <a:ext cx="4351633" cy="427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镜像管理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BAEFE35-051E-3718-8AE5-1CC5388E5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11" y="542689"/>
            <a:ext cx="6361830" cy="523220"/>
          </a:xfrm>
        </p:spPr>
        <p:txBody>
          <a:bodyPr/>
          <a:lstStyle/>
          <a:p>
            <a:r>
              <a:rPr lang="zh-CN" altLang="en-US" dirty="0"/>
              <a:t>系统架构设计（基于</a:t>
            </a:r>
            <a:r>
              <a:rPr lang="en-US" altLang="zh-CN" dirty="0"/>
              <a:t>Nvidia BCME</a:t>
            </a:r>
            <a:r>
              <a:rPr lang="zh-CN" altLang="en-US" dirty="0"/>
              <a:t>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5BFA5D-ACB4-1373-9C26-12AE2FD4B21A}"/>
              </a:ext>
            </a:extLst>
          </p:cNvPr>
          <p:cNvSpPr/>
          <p:nvPr/>
        </p:nvSpPr>
        <p:spPr>
          <a:xfrm>
            <a:off x="1377778" y="5498757"/>
            <a:ext cx="9378779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算力中心 </a:t>
            </a:r>
            <a:r>
              <a:rPr lang="en-US" altLang="zh-CN" dirty="0"/>
              <a:t>IDC                         Nvidia </a:t>
            </a:r>
            <a:r>
              <a:rPr lang="zh-CN" altLang="en-US" dirty="0"/>
              <a:t>企业级 </a:t>
            </a:r>
            <a:r>
              <a:rPr lang="en-US" altLang="zh-CN" dirty="0"/>
              <a:t>GPU </a:t>
            </a:r>
            <a:r>
              <a:rPr lang="zh-CN" altLang="en-US" dirty="0"/>
              <a:t>（</a:t>
            </a:r>
            <a:r>
              <a:rPr lang="en-US" altLang="zh-CN" dirty="0"/>
              <a:t>A100 H100</a:t>
            </a:r>
            <a:r>
              <a:rPr lang="zh-CN" altLang="en-US" dirty="0"/>
              <a:t>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9C921A-0A98-EC5D-D09B-81808307D5CD}"/>
              </a:ext>
            </a:extLst>
          </p:cNvPr>
          <p:cNvSpPr/>
          <p:nvPr/>
        </p:nvSpPr>
        <p:spPr>
          <a:xfrm>
            <a:off x="1377778" y="4312503"/>
            <a:ext cx="9378779" cy="103796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Nvidia BCME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9FEE04-2881-B7E8-BFF4-7EB1DDF1D9BE}"/>
              </a:ext>
            </a:extLst>
          </p:cNvPr>
          <p:cNvSpPr/>
          <p:nvPr/>
        </p:nvSpPr>
        <p:spPr>
          <a:xfrm>
            <a:off x="3083009" y="4627600"/>
            <a:ext cx="2817341" cy="469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Slurm</a:t>
            </a:r>
            <a:r>
              <a:rPr lang="zh-CN" altLang="en-US" dirty="0"/>
              <a:t>（</a:t>
            </a:r>
            <a:r>
              <a:rPr lang="en-US" altLang="zh-CN" dirty="0"/>
              <a:t>HPC + </a:t>
            </a:r>
            <a:r>
              <a:rPr lang="zh-CN" altLang="en-US" dirty="0"/>
              <a:t>裸金属）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E167C8-8378-6FC6-53D8-BF187FCCB470}"/>
              </a:ext>
            </a:extLst>
          </p:cNvPr>
          <p:cNvSpPr/>
          <p:nvPr/>
        </p:nvSpPr>
        <p:spPr>
          <a:xfrm>
            <a:off x="6794155" y="4627600"/>
            <a:ext cx="2817341" cy="4695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K8s</a:t>
            </a:r>
            <a:r>
              <a:rPr lang="zh-CN" altLang="en-US" dirty="0"/>
              <a:t>（微服务）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14EE6A-0229-DA85-DA1F-7D4B5A279B49}"/>
              </a:ext>
            </a:extLst>
          </p:cNvPr>
          <p:cNvSpPr/>
          <p:nvPr/>
        </p:nvSpPr>
        <p:spPr>
          <a:xfrm>
            <a:off x="2646401" y="3570863"/>
            <a:ext cx="967949" cy="3131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Nvidia NIM </a:t>
            </a:r>
            <a:r>
              <a:rPr lang="zh-CN" altLang="en-US" sz="1050" dirty="0"/>
              <a:t>镜像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F06B52-06CF-9B1D-D433-12E015626F0C}"/>
              </a:ext>
            </a:extLst>
          </p:cNvPr>
          <p:cNvSpPr/>
          <p:nvPr/>
        </p:nvSpPr>
        <p:spPr>
          <a:xfrm>
            <a:off x="4822218" y="3567881"/>
            <a:ext cx="959716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/>
              <a:t>用户自定义镜像库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A1F0ADF-92F8-152C-BE39-49D24C28F064}"/>
              </a:ext>
            </a:extLst>
          </p:cNvPr>
          <p:cNvSpPr txBox="1"/>
          <p:nvPr/>
        </p:nvSpPr>
        <p:spPr>
          <a:xfrm>
            <a:off x="3256005" y="1054118"/>
            <a:ext cx="1440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运营管理端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F18D78-ECAB-9080-A015-2C0B22BBC035}"/>
              </a:ext>
            </a:extLst>
          </p:cNvPr>
          <p:cNvSpPr txBox="1"/>
          <p:nvPr/>
        </p:nvSpPr>
        <p:spPr>
          <a:xfrm>
            <a:off x="8083373" y="1054117"/>
            <a:ext cx="1981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客户端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2045C6-6C6D-797C-441F-8C2FACAB83D1}"/>
              </a:ext>
            </a:extLst>
          </p:cNvPr>
          <p:cNvSpPr/>
          <p:nvPr/>
        </p:nvSpPr>
        <p:spPr>
          <a:xfrm>
            <a:off x="1556951" y="1381006"/>
            <a:ext cx="4351632" cy="427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资源分配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031694-26BC-E3DA-D976-3F7C85DE8883}"/>
              </a:ext>
            </a:extLst>
          </p:cNvPr>
          <p:cNvSpPr/>
          <p:nvPr/>
        </p:nvSpPr>
        <p:spPr>
          <a:xfrm>
            <a:off x="2646402" y="1448759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算力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F23A74-BB1B-00F4-516C-564CA5BB9AD3}"/>
              </a:ext>
            </a:extLst>
          </p:cNvPr>
          <p:cNvSpPr/>
          <p:nvPr/>
        </p:nvSpPr>
        <p:spPr>
          <a:xfrm>
            <a:off x="3732767" y="1448758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存储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E96E1E-E99C-DFF9-D8C7-6B11B88F5B6D}"/>
              </a:ext>
            </a:extLst>
          </p:cNvPr>
          <p:cNvSpPr/>
          <p:nvPr/>
        </p:nvSpPr>
        <p:spPr>
          <a:xfrm>
            <a:off x="4822218" y="1448758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网络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9B4105-E739-7C04-3241-D7FD61CD9083}"/>
              </a:ext>
            </a:extLst>
          </p:cNvPr>
          <p:cNvSpPr/>
          <p:nvPr/>
        </p:nvSpPr>
        <p:spPr>
          <a:xfrm>
            <a:off x="1556951" y="2117982"/>
            <a:ext cx="4351632" cy="427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资源监控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C348A62-3005-B714-C88F-EF96635D4B30}"/>
              </a:ext>
            </a:extLst>
          </p:cNvPr>
          <p:cNvSpPr/>
          <p:nvPr/>
        </p:nvSpPr>
        <p:spPr>
          <a:xfrm>
            <a:off x="2646402" y="2185735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集群状态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BA84B65-85C7-81BB-2279-C6DCBF2F9A22}"/>
              </a:ext>
            </a:extLst>
          </p:cNvPr>
          <p:cNvSpPr/>
          <p:nvPr/>
        </p:nvSpPr>
        <p:spPr>
          <a:xfrm>
            <a:off x="3732767" y="2185734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节点资源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A8FE46-6A31-0F28-363C-0E36D85373B5}"/>
              </a:ext>
            </a:extLst>
          </p:cNvPr>
          <p:cNvSpPr/>
          <p:nvPr/>
        </p:nvSpPr>
        <p:spPr>
          <a:xfrm>
            <a:off x="4822218" y="2185734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日志告警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E9A17C-FAA3-A070-17D6-6D0F8511174D}"/>
              </a:ext>
            </a:extLst>
          </p:cNvPr>
          <p:cNvSpPr/>
          <p:nvPr/>
        </p:nvSpPr>
        <p:spPr>
          <a:xfrm>
            <a:off x="1556951" y="2832859"/>
            <a:ext cx="4351632" cy="427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用户运维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866EB92-AAF3-C2D2-FA67-0A6B33BEC5B5}"/>
              </a:ext>
            </a:extLst>
          </p:cNvPr>
          <p:cNvSpPr/>
          <p:nvPr/>
        </p:nvSpPr>
        <p:spPr>
          <a:xfrm>
            <a:off x="2646402" y="2900612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计费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16E4CE-1881-3AB4-9056-081CFF3128A5}"/>
              </a:ext>
            </a:extLst>
          </p:cNvPr>
          <p:cNvSpPr/>
          <p:nvPr/>
        </p:nvSpPr>
        <p:spPr>
          <a:xfrm>
            <a:off x="3732767" y="2900611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权限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A03B2A3-28C3-BFA8-07C4-41D91A641797}"/>
              </a:ext>
            </a:extLst>
          </p:cNvPr>
          <p:cNvSpPr/>
          <p:nvPr/>
        </p:nvSpPr>
        <p:spPr>
          <a:xfrm>
            <a:off x="4822218" y="2900611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菜单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CED2590-D659-AEB1-E74A-0ED2E2C07E72}"/>
              </a:ext>
            </a:extLst>
          </p:cNvPr>
          <p:cNvSpPr/>
          <p:nvPr/>
        </p:nvSpPr>
        <p:spPr>
          <a:xfrm>
            <a:off x="3736883" y="3567880"/>
            <a:ext cx="959716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/>
              <a:t>通用镜像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02B601-2D19-1777-FEB7-0F487FF09253}"/>
              </a:ext>
            </a:extLst>
          </p:cNvPr>
          <p:cNvSpPr/>
          <p:nvPr/>
        </p:nvSpPr>
        <p:spPr>
          <a:xfrm>
            <a:off x="6279296" y="1381006"/>
            <a:ext cx="4351632" cy="427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资源使用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9AFAEF-D28A-C963-BAEC-A5A80AC5BA24}"/>
              </a:ext>
            </a:extLst>
          </p:cNvPr>
          <p:cNvSpPr/>
          <p:nvPr/>
        </p:nvSpPr>
        <p:spPr>
          <a:xfrm>
            <a:off x="7368747" y="1448759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节点创建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1F3078A-6A95-6130-DD0B-7C2C3089B628}"/>
              </a:ext>
            </a:extLst>
          </p:cNvPr>
          <p:cNvSpPr/>
          <p:nvPr/>
        </p:nvSpPr>
        <p:spPr>
          <a:xfrm>
            <a:off x="8455112" y="1448758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节点分配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ACAA1B0-3982-7323-9D20-B2114D8E7830}"/>
              </a:ext>
            </a:extLst>
          </p:cNvPr>
          <p:cNvSpPr/>
          <p:nvPr/>
        </p:nvSpPr>
        <p:spPr>
          <a:xfrm>
            <a:off x="9544563" y="1448758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资源申请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8AAA3047-ACF9-5B48-E56E-BE0D3B6E8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408599" y="5265242"/>
            <a:ext cx="288000" cy="288000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918C2138-BD2E-6C37-3F03-9735243BF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852721" y="5280614"/>
            <a:ext cx="288000" cy="2880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B5591784-9F02-F79C-E510-C36D0C584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470350" y="4093494"/>
            <a:ext cx="288000" cy="2880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0EB1273B-5B18-FE97-E063-82D012E58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8336696" y="4087967"/>
            <a:ext cx="288000" cy="288000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8775CCAA-26BC-FFD5-E9B9-A9066BBD2C26}"/>
              </a:ext>
            </a:extLst>
          </p:cNvPr>
          <p:cNvSpPr/>
          <p:nvPr/>
        </p:nvSpPr>
        <p:spPr>
          <a:xfrm>
            <a:off x="6279296" y="2263199"/>
            <a:ext cx="4351632" cy="427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资源监控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70931F2-B7A4-E3D3-B4EA-7B8375B46E0C}"/>
              </a:ext>
            </a:extLst>
          </p:cNvPr>
          <p:cNvSpPr/>
          <p:nvPr/>
        </p:nvSpPr>
        <p:spPr>
          <a:xfrm>
            <a:off x="7368747" y="2330952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资源报表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1207CE6-6D1B-5CF8-168B-C2CB23F5C220}"/>
              </a:ext>
            </a:extLst>
          </p:cNvPr>
          <p:cNvSpPr/>
          <p:nvPr/>
        </p:nvSpPr>
        <p:spPr>
          <a:xfrm>
            <a:off x="8455112" y="2330951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节点状态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AE31520-D014-0989-344D-4B5A3593731F}"/>
              </a:ext>
            </a:extLst>
          </p:cNvPr>
          <p:cNvSpPr/>
          <p:nvPr/>
        </p:nvSpPr>
        <p:spPr>
          <a:xfrm>
            <a:off x="9544563" y="2330951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计费信息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32D77E1-3706-0B22-E9A7-8347F47F98BC}"/>
              </a:ext>
            </a:extLst>
          </p:cNvPr>
          <p:cNvSpPr/>
          <p:nvPr/>
        </p:nvSpPr>
        <p:spPr>
          <a:xfrm>
            <a:off x="6279296" y="3204703"/>
            <a:ext cx="4351632" cy="427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资源拓展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D09F0AD-6A33-B073-0F6A-9524689E9154}"/>
              </a:ext>
            </a:extLst>
          </p:cNvPr>
          <p:cNvSpPr/>
          <p:nvPr/>
        </p:nvSpPr>
        <p:spPr>
          <a:xfrm>
            <a:off x="7368747" y="3272456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训练任务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88D5993-FFB3-0A3C-5DD9-78DB84DDCB93}"/>
              </a:ext>
            </a:extLst>
          </p:cNvPr>
          <p:cNvSpPr/>
          <p:nvPr/>
        </p:nvSpPr>
        <p:spPr>
          <a:xfrm>
            <a:off x="8455112" y="3272455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算法开发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821CFA6-5E39-C4EB-B597-E5B4D3A65018}"/>
              </a:ext>
            </a:extLst>
          </p:cNvPr>
          <p:cNvSpPr/>
          <p:nvPr/>
        </p:nvSpPr>
        <p:spPr>
          <a:xfrm>
            <a:off x="9544563" y="3272455"/>
            <a:ext cx="967949" cy="31315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镜像使用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980846D6-A020-AFD5-F760-A1DC2AB0BEAC}"/>
              </a:ext>
            </a:extLst>
          </p:cNvPr>
          <p:cNvSpPr txBox="1">
            <a:spLocks/>
          </p:cNvSpPr>
          <p:nvPr/>
        </p:nvSpPr>
        <p:spPr>
          <a:xfrm>
            <a:off x="1227683" y="6245356"/>
            <a:ext cx="10917093" cy="5232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dirty="0"/>
              <a:t>说明：本期架构中 算力管理接口，部分基于</a:t>
            </a:r>
            <a:r>
              <a:rPr lang="en-US" altLang="zh-CN" sz="1800" dirty="0"/>
              <a:t>Nvidia BCME</a:t>
            </a:r>
            <a:r>
              <a:rPr lang="zh-CN" altLang="en-US" sz="1800" dirty="0"/>
              <a:t>中间件 ，后续将逐步摆脱相关支持限制</a:t>
            </a:r>
          </a:p>
        </p:txBody>
      </p:sp>
    </p:spTree>
    <p:extLst>
      <p:ext uri="{BB962C8B-B14F-4D97-AF65-F5344CB8AC3E}">
        <p14:creationId xmlns:p14="http://schemas.microsoft.com/office/powerpoint/2010/main" val="1824779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kumimoji="1" lang="en-US" altLang="zh-CN" dirty="0"/>
            </a:br>
            <a:r>
              <a:rPr kumimoji="1" lang="zh-CN" altLang="en-US" dirty="0"/>
              <a:t>核心</a:t>
            </a:r>
            <a:r>
              <a:rPr kumimoji="1" lang="zh-CN" altLang="en-US" dirty="0">
                <a:latin typeface="+mj-ea"/>
              </a:rPr>
              <a:t>功能设计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3735E89-C19B-BCCF-F3A1-CF2C31256E03}"/>
              </a:ext>
            </a:extLst>
          </p:cNvPr>
          <p:cNvSpPr txBox="1">
            <a:spLocks/>
          </p:cNvSpPr>
          <p:nvPr/>
        </p:nvSpPr>
        <p:spPr>
          <a:xfrm>
            <a:off x="1236705" y="3808387"/>
            <a:ext cx="6361830" cy="1938992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/>
              <a:t>主要设计原则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1 </a:t>
            </a:r>
            <a:r>
              <a:rPr lang="zh-CN" altLang="en-US" sz="2000" dirty="0"/>
              <a:t>综合考虑产品的全局</a:t>
            </a:r>
            <a:r>
              <a:rPr lang="en-US" altLang="zh-CN" sz="2000" dirty="0"/>
              <a:t>/</a:t>
            </a:r>
            <a:r>
              <a:rPr lang="zh-CN" altLang="en-US" sz="2000" dirty="0"/>
              <a:t>未来规划，分期推进</a:t>
            </a:r>
            <a:endParaRPr lang="en-US" altLang="zh-CN" sz="2000" dirty="0"/>
          </a:p>
          <a:p>
            <a:r>
              <a:rPr lang="en-US" altLang="zh-CN" sz="2000" dirty="0"/>
              <a:t>2 </a:t>
            </a:r>
            <a:r>
              <a:rPr lang="zh-CN" altLang="en-US" sz="2000" dirty="0"/>
              <a:t>按</a:t>
            </a:r>
            <a:r>
              <a:rPr lang="en-US" altLang="zh-CN" sz="2000" dirty="0"/>
              <a:t>1</a:t>
            </a:r>
            <a:r>
              <a:rPr lang="zh-CN" altLang="en-US" sz="2000" dirty="0"/>
              <a:t>期 设备环境</a:t>
            </a:r>
            <a:r>
              <a:rPr lang="en-US" altLang="zh-CN" sz="2000" dirty="0"/>
              <a:t>/</a:t>
            </a:r>
            <a:r>
              <a:rPr lang="zh-CN" altLang="en-US" sz="2000" dirty="0"/>
              <a:t>上线需求  针对性重点开发</a:t>
            </a:r>
            <a:endParaRPr lang="en-US" altLang="zh-CN" sz="2000" dirty="0"/>
          </a:p>
          <a:p>
            <a:r>
              <a:rPr lang="en-US" altLang="zh-CN" sz="2000" dirty="0"/>
              <a:t>3 </a:t>
            </a:r>
            <a:r>
              <a:rPr lang="zh-CN" altLang="en-US" sz="2000" dirty="0"/>
              <a:t>当期优先满足 运营管理端 核心服务功能</a:t>
            </a:r>
            <a:endParaRPr lang="en-US" altLang="zh-CN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8317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A8B42-DDA0-7954-0C3C-5A34585AE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11" y="542689"/>
            <a:ext cx="6026979" cy="523220"/>
          </a:xfrm>
        </p:spPr>
        <p:txBody>
          <a:bodyPr/>
          <a:lstStyle/>
          <a:p>
            <a:r>
              <a:rPr lang="zh-CN" altLang="en-US" dirty="0"/>
              <a:t>功能清单 </a:t>
            </a:r>
            <a:r>
              <a:rPr lang="en-US" altLang="zh-CN" dirty="0"/>
              <a:t>—  </a:t>
            </a:r>
            <a:r>
              <a:rPr lang="zh-CN" altLang="en-US" dirty="0"/>
              <a:t>运营管理端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9E3CDB7-88FE-700A-4D11-7E97754CB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659702"/>
              </p:ext>
            </p:extLst>
          </p:nvPr>
        </p:nvGraphicFramePr>
        <p:xfrm>
          <a:off x="523922" y="1065909"/>
          <a:ext cx="10827874" cy="5281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208">
                  <a:extLst>
                    <a:ext uri="{9D8B030D-6E8A-4147-A177-3AD203B41FA5}">
                      <a16:colId xmlns:a16="http://schemas.microsoft.com/office/drawing/2014/main" val="1235555498"/>
                    </a:ext>
                  </a:extLst>
                </a:gridCol>
                <a:gridCol w="708161">
                  <a:extLst>
                    <a:ext uri="{9D8B030D-6E8A-4147-A177-3AD203B41FA5}">
                      <a16:colId xmlns:a16="http://schemas.microsoft.com/office/drawing/2014/main" val="2436800833"/>
                    </a:ext>
                  </a:extLst>
                </a:gridCol>
                <a:gridCol w="1038614">
                  <a:extLst>
                    <a:ext uri="{9D8B030D-6E8A-4147-A177-3AD203B41FA5}">
                      <a16:colId xmlns:a16="http://schemas.microsoft.com/office/drawing/2014/main" val="2688801507"/>
                    </a:ext>
                  </a:extLst>
                </a:gridCol>
                <a:gridCol w="2140657">
                  <a:extLst>
                    <a:ext uri="{9D8B030D-6E8A-4147-A177-3AD203B41FA5}">
                      <a16:colId xmlns:a16="http://schemas.microsoft.com/office/drawing/2014/main" val="2930424819"/>
                    </a:ext>
                  </a:extLst>
                </a:gridCol>
                <a:gridCol w="686299">
                  <a:extLst>
                    <a:ext uri="{9D8B030D-6E8A-4147-A177-3AD203B41FA5}">
                      <a16:colId xmlns:a16="http://schemas.microsoft.com/office/drawing/2014/main" val="921218932"/>
                    </a:ext>
                  </a:extLst>
                </a:gridCol>
                <a:gridCol w="2758173">
                  <a:extLst>
                    <a:ext uri="{9D8B030D-6E8A-4147-A177-3AD203B41FA5}">
                      <a16:colId xmlns:a16="http://schemas.microsoft.com/office/drawing/2014/main" val="3964441274"/>
                    </a:ext>
                  </a:extLst>
                </a:gridCol>
                <a:gridCol w="2194157">
                  <a:extLst>
                    <a:ext uri="{9D8B030D-6E8A-4147-A177-3AD203B41FA5}">
                      <a16:colId xmlns:a16="http://schemas.microsoft.com/office/drawing/2014/main" val="2081390878"/>
                    </a:ext>
                  </a:extLst>
                </a:gridCol>
                <a:gridCol w="756605">
                  <a:extLst>
                    <a:ext uri="{9D8B030D-6E8A-4147-A177-3AD203B41FA5}">
                      <a16:colId xmlns:a16="http://schemas.microsoft.com/office/drawing/2014/main" val="1292715765"/>
                    </a:ext>
                  </a:extLst>
                </a:gridCol>
              </a:tblGrid>
              <a:tr h="300501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一级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二级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三级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服务形式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实现方式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所需支持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j-ea"/>
                          <a:ea typeface="+mj-ea"/>
                        </a:rPr>
                        <a:t>重点功能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286484"/>
                  </a:ext>
                </a:extLst>
              </a:tr>
              <a:tr h="428343">
                <a:tc rowSpan="12"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运营端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资源分配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资源总览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展示平台所有</a:t>
                      </a:r>
                      <a:r>
                        <a:rPr lang="en-US" altLang="zh-CN" sz="9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900" dirty="0">
                          <a:latin typeface="+mj-ea"/>
                          <a:ea typeface="+mj-ea"/>
                        </a:rPr>
                        <a:t>每个用户的</a:t>
                      </a:r>
                      <a:r>
                        <a:rPr lang="en-US" altLang="zh-CN" sz="900" dirty="0">
                          <a:latin typeface="+mj-ea"/>
                          <a:ea typeface="+mj-ea"/>
                        </a:rPr>
                        <a:t>CPU</a:t>
                      </a:r>
                      <a:r>
                        <a:rPr lang="zh-CN" altLang="en-US" sz="900" dirty="0">
                          <a:latin typeface="+mj-ea"/>
                          <a:ea typeface="+mj-ea"/>
                        </a:rPr>
                        <a:t>、</a:t>
                      </a:r>
                      <a:r>
                        <a:rPr lang="en-US" altLang="zh-CN" sz="900" dirty="0">
                          <a:latin typeface="+mj-ea"/>
                          <a:ea typeface="+mj-ea"/>
                        </a:rPr>
                        <a:t>GPU</a:t>
                      </a:r>
                      <a:r>
                        <a:rPr lang="zh-CN" altLang="en-US" sz="900" dirty="0">
                          <a:latin typeface="+mj-ea"/>
                          <a:ea typeface="+mj-ea"/>
                        </a:rPr>
                        <a:t>、内存、存储、网络等计算资源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 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（调用</a:t>
                      </a:r>
                      <a:r>
                        <a:rPr lang="en-US" altLang="zh-CN" sz="900" kern="120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bcme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接口支持）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Nvidia BCME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j-ea"/>
                          <a:ea typeface="+mj-ea"/>
                        </a:rPr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22021"/>
                  </a:ext>
                </a:extLst>
              </a:tr>
              <a:tr h="42834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计算资源分配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运营管理员为每个用户分配计算资源使用量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 （基于</a:t>
                      </a:r>
                      <a:r>
                        <a:rPr lang="en-US" altLang="zh-CN" sz="900" kern="1200" dirty="0" err="1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nvidia</a:t>
                      </a:r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相关接口支持）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Nvidia BCME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197227"/>
                  </a:ext>
                </a:extLst>
              </a:tr>
              <a:tr h="4283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资源审批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运营</a:t>
                      </a:r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管理员查看审批用户提交的资源申请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平台应用支持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755148"/>
                  </a:ext>
                </a:extLst>
              </a:tr>
              <a:tr h="394804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底层容器化支持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latin typeface="+mj-ea"/>
                          <a:ea typeface="+mj-ea"/>
                        </a:rPr>
                        <a:t>容器化编排资源分配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容器服务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BCME K8s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（微服务）与</a:t>
                      </a:r>
                      <a:r>
                        <a:rPr lang="en-US" altLang="zh-CN" sz="900" kern="1200" dirty="0" err="1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Slurm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（</a:t>
                      </a:r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HPC/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裸金属）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Nvidia BCME</a:t>
                      </a:r>
                      <a:r>
                        <a:rPr lang="zh-CN" altLang="en-US" sz="9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相关容器管理接口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319691"/>
                  </a:ext>
                </a:extLst>
              </a:tr>
              <a:tr h="42834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资源监控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运行态势总览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以图表形式展示平台集群整体资源的使用与占用情况，各节点健康情况等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 （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调用</a:t>
                      </a:r>
                      <a:r>
                        <a:rPr lang="en-US" altLang="zh-CN" sz="900" kern="120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bcme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接口支持）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endParaRPr lang="en-US" altLang="zh-CN" sz="9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algn="ctr"/>
                      <a:endParaRPr lang="en-US" altLang="zh-CN" sz="9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algn="ctr"/>
                      <a:endParaRPr lang="en-US" altLang="zh-CN" sz="9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algn="ctr"/>
                      <a:endParaRPr lang="en-US" altLang="zh-CN" sz="9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algn="ctr"/>
                      <a:endParaRPr lang="en-US" altLang="zh-CN" sz="9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algn="ctr"/>
                      <a:endParaRPr lang="en-US" altLang="zh-CN" sz="9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algn="ctr"/>
                      <a:r>
                        <a:rPr lang="en-US" altLang="zh-CN" sz="9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Nvidia BCME Resource Monitoring </a:t>
                      </a:r>
                      <a:r>
                        <a:rPr lang="zh-CN" altLang="en-US" sz="9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相关 </a:t>
                      </a:r>
                      <a:r>
                        <a:rPr lang="en-US" altLang="zh-CN" sz="9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j-ea"/>
                          <a:ea typeface="+mj-ea"/>
                          <a:cs typeface="+mn-cs"/>
                        </a:rPr>
                        <a:t>API </a:t>
                      </a:r>
                      <a:endParaRPr lang="zh-CN" altLang="en-US" sz="9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261685"/>
                  </a:ext>
                </a:extLst>
              </a:tr>
              <a:tr h="42834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节点资源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以节点维度统计资源使用情况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733710"/>
                  </a:ext>
                </a:extLst>
              </a:tr>
              <a:tr h="42834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日志告警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收集节点运行日志，对运行问题进行告警，方便运维人员排查问题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502402"/>
                  </a:ext>
                </a:extLst>
              </a:tr>
              <a:tr h="260046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用户运维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计费管理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用户计费单位设置</a:t>
                      </a:r>
                      <a:r>
                        <a:rPr lang="en-US" altLang="zh-CN" sz="9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用户维度的费用基本统计，使用时长账单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0872"/>
                  </a:ext>
                </a:extLst>
              </a:tr>
              <a:tr h="42834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用户基本管理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企业用户的基本开户与相关功能权限分配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702427"/>
                  </a:ext>
                </a:extLst>
              </a:tr>
              <a:tr h="27087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菜单管理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系统基本功能菜单配置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921818"/>
                  </a:ext>
                </a:extLst>
              </a:tr>
              <a:tr h="42834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镜像管理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镜像市场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按通用镜像、</a:t>
                      </a:r>
                      <a:r>
                        <a:rPr lang="en-US" altLang="zh-CN" sz="900" dirty="0">
                          <a:latin typeface="+mj-ea"/>
                          <a:ea typeface="+mj-ea"/>
                        </a:rPr>
                        <a:t>NIM</a:t>
                      </a:r>
                      <a:r>
                        <a:rPr lang="zh-CN" altLang="en-US" sz="900" dirty="0">
                          <a:latin typeface="+mj-ea"/>
                          <a:ea typeface="+mj-ea"/>
                        </a:rPr>
                        <a:t>镜像、用户自定义镜像分类，管理员维护镜像上传下载发布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平台应用支持（ 需增加</a:t>
                      </a:r>
                      <a:r>
                        <a:rPr lang="en-US" altLang="zh-CN" sz="900" kern="1200" dirty="0" err="1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nvidia</a:t>
                      </a:r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 nim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镜像资源）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nvidia</a:t>
                      </a:r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nim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镜像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914329"/>
                  </a:ext>
                </a:extLst>
              </a:tr>
              <a:tr h="42834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镜像仓库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搭建私有化镜像仓库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容器服务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Nvidia  NIM+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私有化镜像仓库 结合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Nvidia NIM</a:t>
                      </a:r>
                      <a:r>
                        <a:rPr lang="zh-CN" altLang="en-US" sz="90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相关可用镜像与接口的开发资料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631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196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A8B42-DDA0-7954-0C3C-5A34585AE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功能清单 </a:t>
            </a:r>
            <a:r>
              <a:rPr lang="en-US" altLang="zh-CN" dirty="0"/>
              <a:t>— </a:t>
            </a:r>
            <a:r>
              <a:rPr lang="zh-CN" altLang="en-US" dirty="0"/>
              <a:t>客户端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9E3CDB7-88FE-700A-4D11-7E97754CB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186787"/>
              </p:ext>
            </p:extLst>
          </p:nvPr>
        </p:nvGraphicFramePr>
        <p:xfrm>
          <a:off x="558421" y="1439727"/>
          <a:ext cx="10871961" cy="3978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28">
                  <a:extLst>
                    <a:ext uri="{9D8B030D-6E8A-4147-A177-3AD203B41FA5}">
                      <a16:colId xmlns:a16="http://schemas.microsoft.com/office/drawing/2014/main" val="1235555498"/>
                    </a:ext>
                  </a:extLst>
                </a:gridCol>
                <a:gridCol w="711044">
                  <a:extLst>
                    <a:ext uri="{9D8B030D-6E8A-4147-A177-3AD203B41FA5}">
                      <a16:colId xmlns:a16="http://schemas.microsoft.com/office/drawing/2014/main" val="2436800833"/>
                    </a:ext>
                  </a:extLst>
                </a:gridCol>
                <a:gridCol w="1042843">
                  <a:extLst>
                    <a:ext uri="{9D8B030D-6E8A-4147-A177-3AD203B41FA5}">
                      <a16:colId xmlns:a16="http://schemas.microsoft.com/office/drawing/2014/main" val="2688801507"/>
                    </a:ext>
                  </a:extLst>
                </a:gridCol>
                <a:gridCol w="2149373">
                  <a:extLst>
                    <a:ext uri="{9D8B030D-6E8A-4147-A177-3AD203B41FA5}">
                      <a16:colId xmlns:a16="http://schemas.microsoft.com/office/drawing/2014/main" val="2930424819"/>
                    </a:ext>
                  </a:extLst>
                </a:gridCol>
                <a:gridCol w="689093">
                  <a:extLst>
                    <a:ext uri="{9D8B030D-6E8A-4147-A177-3AD203B41FA5}">
                      <a16:colId xmlns:a16="http://schemas.microsoft.com/office/drawing/2014/main" val="921218932"/>
                    </a:ext>
                  </a:extLst>
                </a:gridCol>
                <a:gridCol w="2769403">
                  <a:extLst>
                    <a:ext uri="{9D8B030D-6E8A-4147-A177-3AD203B41FA5}">
                      <a16:colId xmlns:a16="http://schemas.microsoft.com/office/drawing/2014/main" val="3964441274"/>
                    </a:ext>
                  </a:extLst>
                </a:gridCol>
                <a:gridCol w="2203091">
                  <a:extLst>
                    <a:ext uri="{9D8B030D-6E8A-4147-A177-3AD203B41FA5}">
                      <a16:colId xmlns:a16="http://schemas.microsoft.com/office/drawing/2014/main" val="2081390878"/>
                    </a:ext>
                  </a:extLst>
                </a:gridCol>
                <a:gridCol w="759686">
                  <a:extLst>
                    <a:ext uri="{9D8B030D-6E8A-4147-A177-3AD203B41FA5}">
                      <a16:colId xmlns:a16="http://schemas.microsoft.com/office/drawing/2014/main" val="1292715765"/>
                    </a:ext>
                  </a:extLst>
                </a:gridCol>
              </a:tblGrid>
              <a:tr h="320762"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一级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二级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三级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服务形式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实现方式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所需支持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j-ea"/>
                          <a:ea typeface="+mj-ea"/>
                        </a:rPr>
                        <a:t>重点功能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286484"/>
                  </a:ext>
                </a:extLst>
              </a:tr>
              <a:tr h="457223">
                <a:tc rowSpan="8"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客户端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资源使用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节点管理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用户在分配到的资源限制内可以自行创建，删除算力节点，配置节点资源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平台应用支持（需</a:t>
                      </a:r>
                      <a:r>
                        <a:rPr lang="en-US" altLang="zh-CN" sz="900" kern="1200" dirty="0" err="1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bcme</a:t>
                      </a:r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接口支持）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+mj-ea"/>
                          <a:ea typeface="+mj-ea"/>
                        </a:rPr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22021"/>
                  </a:ext>
                </a:extLst>
              </a:tr>
              <a:tr h="45722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资源申请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用户可以提交所需资源申请给系统运营管理员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197227"/>
                  </a:ext>
                </a:extLst>
              </a:tr>
              <a:tr h="45722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资源监控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资源报表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以图表形式展示用户资源占用情况，各节点健康情况等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（需</a:t>
                      </a:r>
                      <a:r>
                        <a:rPr lang="en-US" altLang="zh-CN" sz="900" kern="120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bcme</a:t>
                      </a:r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接口支持）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261685"/>
                  </a:ext>
                </a:extLst>
              </a:tr>
              <a:tr h="45722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节点资源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以节点维度统计资源使用情况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733710"/>
                  </a:ext>
                </a:extLst>
              </a:tr>
              <a:tr h="45722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计费信息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用户可查看按资源使用时长统计的计费信息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502402"/>
                  </a:ext>
                </a:extLst>
              </a:tr>
              <a:tr h="45722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资源拓展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镜像使用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用户可从系统镜像市场获取并使用算法镜像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kern="120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√</a:t>
                      </a:r>
                    </a:p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50872"/>
                  </a:ext>
                </a:extLst>
              </a:tr>
              <a:tr h="45722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训练任务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用户可创建训练任务，分配资源节点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702427"/>
                  </a:ext>
                </a:extLst>
              </a:tr>
              <a:tr h="457223"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算法开发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系统提供在线算法开发</a:t>
                      </a:r>
                      <a:r>
                        <a:rPr lang="en-US" altLang="zh-CN" sz="900" dirty="0">
                          <a:latin typeface="+mj-ea"/>
                          <a:ea typeface="+mj-ea"/>
                        </a:rPr>
                        <a:t>Notebook</a:t>
                      </a:r>
                      <a:r>
                        <a:rPr lang="zh-CN" altLang="en-US" sz="900" dirty="0">
                          <a:latin typeface="+mj-ea"/>
                          <a:ea typeface="+mj-ea"/>
                        </a:rPr>
                        <a:t>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web</a:t>
                      </a:r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平台应用支持</a:t>
                      </a:r>
                    </a:p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9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900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921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329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原型设计   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36B05B7A-CFEE-FF20-DAF0-AADAF0006AE3}"/>
              </a:ext>
            </a:extLst>
          </p:cNvPr>
          <p:cNvSpPr txBox="1">
            <a:spLocks/>
          </p:cNvSpPr>
          <p:nvPr/>
        </p:nvSpPr>
        <p:spPr>
          <a:xfrm>
            <a:off x="1423449" y="3682324"/>
            <a:ext cx="6361830" cy="132343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/>
              <a:t>针对 当期需求的相关设计， 后续根据产品继续扩展</a:t>
            </a:r>
            <a:endParaRPr lang="en-US" altLang="zh-CN" sz="2000" dirty="0"/>
          </a:p>
          <a:p>
            <a:r>
              <a:rPr lang="zh-CN" altLang="en-US" sz="2000" dirty="0"/>
              <a:t>只列 部分 核心功能页面</a:t>
            </a:r>
            <a:endParaRPr lang="en-US" altLang="zh-CN" sz="2000" dirty="0"/>
          </a:p>
          <a:p>
            <a:r>
              <a:rPr lang="en-US" altLang="zh-CN" sz="2000" dirty="0"/>
              <a:t>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30284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1DFFA-EB76-AC38-A83F-E2AE2A720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运营管理端</a:t>
            </a:r>
            <a:r>
              <a:rPr lang="en-US" altLang="zh-CN" dirty="0"/>
              <a:t>—</a:t>
            </a:r>
            <a:r>
              <a:rPr lang="zh-CN" altLang="en-US" dirty="0"/>
              <a:t>资源分配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1F0342-534F-1AA1-E63E-A957E02A6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11" y="1286538"/>
            <a:ext cx="6704512" cy="45082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8AB8D1C-77B5-D9B2-FBEB-88AE65AED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870" y="2775725"/>
            <a:ext cx="4738156" cy="330894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F44BD00-A3EE-830C-EC84-EB757695E325}"/>
              </a:ext>
            </a:extLst>
          </p:cNvPr>
          <p:cNvSpPr txBox="1"/>
          <p:nvPr/>
        </p:nvSpPr>
        <p:spPr>
          <a:xfrm>
            <a:off x="7878167" y="1153969"/>
            <a:ext cx="35024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资源分配是本阶段平台较为最重要的功能。管理员可以查看用户资源列表，根据用户提交的资源申请对每个用户进行计算资源分配。底层容器化支撑资源分配的生效。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62945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1DFFA-EB76-AC38-A83F-E2AE2A720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运营管理端</a:t>
            </a:r>
            <a:r>
              <a:rPr lang="en-US" altLang="zh-CN" dirty="0"/>
              <a:t>—</a:t>
            </a:r>
            <a:r>
              <a:rPr lang="zh-CN" altLang="en-US" dirty="0"/>
              <a:t>资源监控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44BD00-A3EE-830C-EC84-EB757695E325}"/>
              </a:ext>
            </a:extLst>
          </p:cNvPr>
          <p:cNvSpPr txBox="1"/>
          <p:nvPr/>
        </p:nvSpPr>
        <p:spPr>
          <a:xfrm>
            <a:off x="578007" y="1316751"/>
            <a:ext cx="3502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在资源监控页面，管理员可以通过统计图表监控平台整体资源使用情况，也可以实时查看集群中单个节点资源状态。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A2B1A-8833-4A5F-BB69-F831763E4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341" y="690507"/>
            <a:ext cx="6697160" cy="57388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98BE414-8FD3-1B21-2E3A-47A014CDD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11" y="2767923"/>
            <a:ext cx="3502470" cy="385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844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1DFFA-EB76-AC38-A83F-E2AE2A720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运营管理端</a:t>
            </a:r>
            <a:r>
              <a:rPr lang="en-US" altLang="zh-CN" dirty="0"/>
              <a:t>—</a:t>
            </a:r>
            <a:r>
              <a:rPr lang="zh-CN" altLang="en-US" dirty="0"/>
              <a:t>计费管理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44BD00-A3EE-830C-EC84-EB757695E325}"/>
              </a:ext>
            </a:extLst>
          </p:cNvPr>
          <p:cNvSpPr txBox="1"/>
          <p:nvPr/>
        </p:nvSpPr>
        <p:spPr>
          <a:xfrm>
            <a:off x="761489" y="1547317"/>
            <a:ext cx="3502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管理员可以通过列表查看平台用户计费状态，也可查询具体用户按资源使用时长计费的详细账单</a:t>
            </a:r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AC9EF18-39B6-284C-7206-1E45A8506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059" y="1117146"/>
            <a:ext cx="6860447" cy="462370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4481F1A-A1EA-B3D5-54E4-EC1D27CDF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94" y="2820119"/>
            <a:ext cx="4866896" cy="327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610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6BBFA2-D2BD-2D04-0550-EC77FAB50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运营管理端</a:t>
            </a:r>
            <a:r>
              <a:rPr lang="en-US" altLang="zh-CN" dirty="0"/>
              <a:t>—</a:t>
            </a:r>
            <a:r>
              <a:rPr lang="zh-CN" altLang="en-US" dirty="0"/>
              <a:t>镜像市场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AEBDBF-FDFA-C7FC-662B-E6509D827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241" y="1065909"/>
            <a:ext cx="7618660" cy="511835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E5D4201-DBD4-0952-2B8A-13707BCAF35F}"/>
              </a:ext>
            </a:extLst>
          </p:cNvPr>
          <p:cNvSpPr txBox="1"/>
          <p:nvPr/>
        </p:nvSpPr>
        <p:spPr>
          <a:xfrm>
            <a:off x="1171574" y="1724025"/>
            <a:ext cx="20288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镜像市场保存</a:t>
            </a:r>
            <a:r>
              <a:rPr lang="en-US" altLang="zh-CN" dirty="0"/>
              <a:t>AI</a:t>
            </a:r>
            <a:r>
              <a:rPr lang="zh-CN" altLang="en-US" dirty="0"/>
              <a:t>研发过程所需的各种镜像供研发人员交流，使用。管理员可以进行上传、发布、删除等镜像管理操作。底层以私有化镜像库结合</a:t>
            </a:r>
            <a:r>
              <a:rPr lang="en-US" altLang="zh-CN" dirty="0"/>
              <a:t>Nvidia NIM</a:t>
            </a:r>
            <a:r>
              <a:rPr lang="zh-CN" altLang="en-US" dirty="0"/>
              <a:t>支撑。</a:t>
            </a:r>
          </a:p>
        </p:txBody>
      </p:sp>
    </p:spTree>
    <p:extLst>
      <p:ext uri="{BB962C8B-B14F-4D97-AF65-F5344CB8AC3E}">
        <p14:creationId xmlns:p14="http://schemas.microsoft.com/office/powerpoint/2010/main" val="995991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6BBFA2-D2BD-2D04-0550-EC77FAB50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客户端</a:t>
            </a:r>
            <a:r>
              <a:rPr lang="en-US" altLang="zh-CN" dirty="0"/>
              <a:t>—</a:t>
            </a:r>
            <a:r>
              <a:rPr lang="zh-CN" altLang="en-US" dirty="0"/>
              <a:t>登录首页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5D4201-DBD4-0952-2B8A-13707BCAF35F}"/>
              </a:ext>
            </a:extLst>
          </p:cNvPr>
          <p:cNvSpPr txBox="1"/>
          <p:nvPr/>
        </p:nvSpPr>
        <p:spPr>
          <a:xfrm>
            <a:off x="1171574" y="1724025"/>
            <a:ext cx="2028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用户可以在首页查看当前分配的资源总量和资源使用图表，快捷使用镜像，接收系统公告消息。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32C536-D8B6-23F2-E781-55CDB5A67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848" y="1065909"/>
            <a:ext cx="8579056" cy="453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55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6BBFA2-D2BD-2D04-0550-EC77FAB50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客户端</a:t>
            </a:r>
            <a:r>
              <a:rPr lang="en-US" altLang="zh-CN" dirty="0"/>
              <a:t>—</a:t>
            </a:r>
            <a:r>
              <a:rPr lang="zh-CN" altLang="en-US" dirty="0"/>
              <a:t>节点管理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5D4201-DBD4-0952-2B8A-13707BCAF35F}"/>
              </a:ext>
            </a:extLst>
          </p:cNvPr>
          <p:cNvSpPr txBox="1"/>
          <p:nvPr/>
        </p:nvSpPr>
        <p:spPr>
          <a:xfrm>
            <a:off x="1171574" y="1724025"/>
            <a:ext cx="20288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节点管理是用户最常用的功能之一。用户可以列表查看当前创建的节点状态，选用镜像创建新节点，对节点进行资源分配。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DBB314-ABEE-F6F6-0672-7F4E2B06C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961" y="1065296"/>
            <a:ext cx="7716465" cy="525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999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6BBFA2-D2BD-2D04-0550-EC77FAB50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客户端</a:t>
            </a:r>
            <a:r>
              <a:rPr lang="en-US" altLang="zh-CN" dirty="0"/>
              <a:t>—</a:t>
            </a:r>
            <a:r>
              <a:rPr lang="zh-CN" altLang="en-US" dirty="0"/>
              <a:t>资源申请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5D4201-DBD4-0952-2B8A-13707BCAF35F}"/>
              </a:ext>
            </a:extLst>
          </p:cNvPr>
          <p:cNvSpPr txBox="1"/>
          <p:nvPr/>
        </p:nvSpPr>
        <p:spPr>
          <a:xfrm>
            <a:off x="1171574" y="1724025"/>
            <a:ext cx="20288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当前资源不满足使用时，用户可以提交资源申请等待管理员审批并分配资源。在列表页可查看历史申请记录和申请获批状态。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2525E5D-48C5-151C-2FEA-C0451699B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742" y="1285874"/>
            <a:ext cx="8236034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820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r>
              <a:rPr lang="zh-CN" altLang="en-US" dirty="0"/>
              <a:t>实施计划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FD900A81-58D9-4058-64A2-51CC5777657C}"/>
              </a:ext>
            </a:extLst>
          </p:cNvPr>
          <p:cNvSpPr txBox="1">
            <a:spLocks/>
          </p:cNvSpPr>
          <p:nvPr/>
        </p:nvSpPr>
        <p:spPr>
          <a:xfrm>
            <a:off x="1363503" y="3682324"/>
            <a:ext cx="6361830" cy="7078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/>
              <a:t>针对 一期环境需求的实施   </a:t>
            </a:r>
            <a:r>
              <a:rPr lang="en-US" altLang="zh-CN" sz="2000" dirty="0"/>
              <a:t>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93023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CFDF4-3AB2-0C03-A20F-35E6CB7F0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89" y="584084"/>
            <a:ext cx="8934258" cy="523220"/>
          </a:xfrm>
        </p:spPr>
        <p:txBody>
          <a:bodyPr/>
          <a:lstStyle/>
          <a:p>
            <a:r>
              <a:rPr kumimoji="1" lang="zh-CN" altLang="en-US" dirty="0"/>
              <a:t> 实施计划表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237789-C414-5C9F-32D5-4AC17FF6D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31" y="1274763"/>
            <a:ext cx="9242337" cy="499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62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E411AD5-8208-452C-7CC2-81675104BFAF}"/>
              </a:ext>
            </a:extLst>
          </p:cNvPr>
          <p:cNvSpPr/>
          <p:nvPr/>
        </p:nvSpPr>
        <p:spPr>
          <a:xfrm>
            <a:off x="-24714" y="4238800"/>
            <a:ext cx="12229072" cy="26191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kumimoji="1" lang="zh-CN" altLang="en-US" sz="1400"/>
          </a:p>
        </p:txBody>
      </p:sp>
      <p:grpSp>
        <p:nvGrpSpPr>
          <p:cNvPr id="10" name="组合 9"/>
          <p:cNvGrpSpPr/>
          <p:nvPr/>
        </p:nvGrpSpPr>
        <p:grpSpPr>
          <a:xfrm>
            <a:off x="658813" y="1739678"/>
            <a:ext cx="3240000" cy="4110565"/>
            <a:chOff x="658813" y="2018772"/>
            <a:chExt cx="3240000" cy="411056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788FCFF-7E0C-EDBE-B0BF-DBDF2C3DC15A}"/>
                </a:ext>
              </a:extLst>
            </p:cNvPr>
            <p:cNvGrpSpPr/>
            <p:nvPr/>
          </p:nvGrpSpPr>
          <p:grpSpPr>
            <a:xfrm>
              <a:off x="658813" y="2018772"/>
              <a:ext cx="3240000" cy="4110565"/>
              <a:chOff x="658813" y="1313634"/>
              <a:chExt cx="3528000" cy="4815703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5AE719C4-A3AF-C4A6-A58A-732B13D25A18}"/>
                  </a:ext>
                </a:extLst>
              </p:cNvPr>
              <p:cNvSpPr/>
              <p:nvPr/>
            </p:nvSpPr>
            <p:spPr>
              <a:xfrm>
                <a:off x="658813" y="1313634"/>
                <a:ext cx="3528000" cy="4815703"/>
              </a:xfrm>
              <a:prstGeom prst="roundRect">
                <a:avLst>
                  <a:gd name="adj" fmla="val 4479"/>
                </a:avLst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>
                      <a:lumMod val="5000"/>
                      <a:lumOff val="9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kumimoji="1" lang="zh-CN" altLang="en-US" sz="14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7" name="任意多边形: 形状 6" descr="飞机 纯色填充">
                <a:extLst>
                  <a:ext uri="{FF2B5EF4-FFF2-40B4-BE49-F238E27FC236}">
                    <a16:creationId xmlns:a16="http://schemas.microsoft.com/office/drawing/2014/main" id="{A322E4C7-F1A2-A863-B0D1-1C4F0488DC1C}"/>
                  </a:ext>
                </a:extLst>
              </p:cNvPr>
              <p:cNvSpPr/>
              <p:nvPr/>
            </p:nvSpPr>
            <p:spPr>
              <a:xfrm>
                <a:off x="3288978" y="5174166"/>
                <a:ext cx="739500" cy="870000"/>
              </a:xfrm>
              <a:custGeom>
                <a:avLst/>
                <a:gdLst>
                  <a:gd name="connsiteX0" fmla="*/ 739500 w 739500"/>
                  <a:gd name="connsiteY0" fmla="*/ 630750 h 870000"/>
                  <a:gd name="connsiteX1" fmla="*/ 739500 w 739500"/>
                  <a:gd name="connsiteY1" fmla="*/ 532875 h 870000"/>
                  <a:gd name="connsiteX2" fmla="*/ 424125 w 739500"/>
                  <a:gd name="connsiteY2" fmla="*/ 309938 h 870000"/>
                  <a:gd name="connsiteX3" fmla="*/ 424125 w 739500"/>
                  <a:gd name="connsiteY3" fmla="*/ 97875 h 870000"/>
                  <a:gd name="connsiteX4" fmla="*/ 369750 w 739500"/>
                  <a:gd name="connsiteY4" fmla="*/ 0 h 870000"/>
                  <a:gd name="connsiteX5" fmla="*/ 315375 w 739500"/>
                  <a:gd name="connsiteY5" fmla="*/ 97875 h 870000"/>
                  <a:gd name="connsiteX6" fmla="*/ 315375 w 739500"/>
                  <a:gd name="connsiteY6" fmla="*/ 309938 h 870000"/>
                  <a:gd name="connsiteX7" fmla="*/ 0 w 739500"/>
                  <a:gd name="connsiteY7" fmla="*/ 532875 h 870000"/>
                  <a:gd name="connsiteX8" fmla="*/ 0 w 739500"/>
                  <a:gd name="connsiteY8" fmla="*/ 630750 h 870000"/>
                  <a:gd name="connsiteX9" fmla="*/ 315375 w 739500"/>
                  <a:gd name="connsiteY9" fmla="*/ 473063 h 870000"/>
                  <a:gd name="connsiteX10" fmla="*/ 315375 w 739500"/>
                  <a:gd name="connsiteY10" fmla="*/ 710138 h 870000"/>
                  <a:gd name="connsiteX11" fmla="*/ 206625 w 739500"/>
                  <a:gd name="connsiteY11" fmla="*/ 804750 h 870000"/>
                  <a:gd name="connsiteX12" fmla="*/ 206625 w 739500"/>
                  <a:gd name="connsiteY12" fmla="*/ 870000 h 870000"/>
                  <a:gd name="connsiteX13" fmla="*/ 369750 w 739500"/>
                  <a:gd name="connsiteY13" fmla="*/ 804750 h 870000"/>
                  <a:gd name="connsiteX14" fmla="*/ 532875 w 739500"/>
                  <a:gd name="connsiteY14" fmla="*/ 870000 h 870000"/>
                  <a:gd name="connsiteX15" fmla="*/ 532875 w 739500"/>
                  <a:gd name="connsiteY15" fmla="*/ 804750 h 870000"/>
                  <a:gd name="connsiteX16" fmla="*/ 424125 w 739500"/>
                  <a:gd name="connsiteY16" fmla="*/ 710138 h 870000"/>
                  <a:gd name="connsiteX17" fmla="*/ 424125 w 739500"/>
                  <a:gd name="connsiteY17" fmla="*/ 473063 h 870000"/>
                  <a:gd name="connsiteX18" fmla="*/ 739500 w 739500"/>
                  <a:gd name="connsiteY18" fmla="*/ 630750 h 87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39500" h="870000">
                    <a:moveTo>
                      <a:pt x="739500" y="630750"/>
                    </a:moveTo>
                    <a:lnTo>
                      <a:pt x="739500" y="532875"/>
                    </a:lnTo>
                    <a:lnTo>
                      <a:pt x="424125" y="309938"/>
                    </a:lnTo>
                    <a:lnTo>
                      <a:pt x="424125" y="97875"/>
                    </a:lnTo>
                    <a:cubicBezTo>
                      <a:pt x="424125" y="55463"/>
                      <a:pt x="402375" y="0"/>
                      <a:pt x="369750" y="0"/>
                    </a:cubicBezTo>
                    <a:cubicBezTo>
                      <a:pt x="338212" y="0"/>
                      <a:pt x="315375" y="55463"/>
                      <a:pt x="315375" y="97875"/>
                    </a:cubicBezTo>
                    <a:lnTo>
                      <a:pt x="315375" y="309938"/>
                    </a:lnTo>
                    <a:lnTo>
                      <a:pt x="0" y="532875"/>
                    </a:lnTo>
                    <a:lnTo>
                      <a:pt x="0" y="630750"/>
                    </a:lnTo>
                    <a:lnTo>
                      <a:pt x="315375" y="473063"/>
                    </a:lnTo>
                    <a:lnTo>
                      <a:pt x="315375" y="710138"/>
                    </a:lnTo>
                    <a:lnTo>
                      <a:pt x="206625" y="804750"/>
                    </a:lnTo>
                    <a:lnTo>
                      <a:pt x="206625" y="870000"/>
                    </a:lnTo>
                    <a:lnTo>
                      <a:pt x="369750" y="804750"/>
                    </a:lnTo>
                    <a:lnTo>
                      <a:pt x="532875" y="870000"/>
                    </a:lnTo>
                    <a:lnTo>
                      <a:pt x="532875" y="804750"/>
                    </a:lnTo>
                    <a:lnTo>
                      <a:pt x="424125" y="710138"/>
                    </a:lnTo>
                    <a:lnTo>
                      <a:pt x="424125" y="473063"/>
                    </a:lnTo>
                    <a:lnTo>
                      <a:pt x="739500" y="63075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0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8E6DFB73-1646-CB8E-3987-0796934CF81F}"/>
                </a:ext>
              </a:extLst>
            </p:cNvPr>
            <p:cNvCxnSpPr>
              <a:cxnSpLocks/>
            </p:cNvCxnSpPr>
            <p:nvPr/>
          </p:nvCxnSpPr>
          <p:spPr>
            <a:xfrm>
              <a:off x="658813" y="2961615"/>
              <a:ext cx="3240000" cy="0"/>
            </a:xfrm>
            <a:prstGeom prst="line">
              <a:avLst/>
            </a:prstGeom>
            <a:ln w="101600">
              <a:solidFill>
                <a:schemeClr val="accent1">
                  <a:alpha val="2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2FA30F0-7C2A-6AD7-5CD5-F306A3F542B7}"/>
                </a:ext>
              </a:extLst>
            </p:cNvPr>
            <p:cNvSpPr txBox="1"/>
            <p:nvPr/>
          </p:nvSpPr>
          <p:spPr>
            <a:xfrm>
              <a:off x="748813" y="2430905"/>
              <a:ext cx="30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chemeClr val="accent1"/>
                  </a:solidFill>
                  <a:latin typeface="+mj-ea"/>
                  <a:ea typeface="+mj-ea"/>
                </a:rPr>
                <a:t>与</a:t>
              </a:r>
              <a:r>
                <a:rPr kumimoji="1" lang="en-US" altLang="zh-CN" b="1" dirty="0">
                  <a:solidFill>
                    <a:schemeClr val="accent1"/>
                  </a:solidFill>
                  <a:latin typeface="+mj-ea"/>
                  <a:ea typeface="+mj-ea"/>
                </a:rPr>
                <a:t>Nvidia</a:t>
              </a:r>
              <a:r>
                <a:rPr kumimoji="1" lang="zh-CN" altLang="en-US" b="1" dirty="0">
                  <a:solidFill>
                    <a:schemeClr val="accent1"/>
                  </a:solidFill>
                  <a:latin typeface="+mj-ea"/>
                  <a:ea typeface="+mj-ea"/>
                </a:rPr>
                <a:t>配合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8B441A5-D87C-36D6-4766-79E6D321D73F}"/>
                </a:ext>
              </a:extLst>
            </p:cNvPr>
            <p:cNvSpPr txBox="1"/>
            <p:nvPr/>
          </p:nvSpPr>
          <p:spPr>
            <a:xfrm>
              <a:off x="1052494" y="3094521"/>
              <a:ext cx="2452637" cy="659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需要提供</a:t>
              </a:r>
              <a:r>
                <a:rPr kumimoji="1"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BCME</a:t>
              </a:r>
              <a:r>
                <a:rPr kumimoji="1"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、</a:t>
              </a:r>
              <a:r>
                <a:rPr kumimoji="1"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NIM</a:t>
              </a:r>
            </a:p>
            <a:p>
              <a:pPr algn="ctr">
                <a:lnSpc>
                  <a:spcPct val="120000"/>
                </a:lnSpc>
              </a:pPr>
              <a:r>
                <a:rPr kumimoji="1"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相关技术支持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DBE3AAB-60EA-A1B5-2B09-1969B797E2BE}"/>
                </a:ext>
              </a:extLst>
            </p:cNvPr>
            <p:cNvSpPr txBox="1"/>
            <p:nvPr/>
          </p:nvSpPr>
          <p:spPr>
            <a:xfrm>
              <a:off x="748813" y="4127945"/>
              <a:ext cx="3060000" cy="1881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、</a:t>
              </a: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BCME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集群管理、集群监控相关接口的文档（建议尽快在</a:t>
              </a: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4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月</a:t>
              </a: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22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日前提供）</a:t>
              </a:r>
              <a:endPara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20000"/>
                </a:lnSpc>
              </a:pP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、</a:t>
              </a: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NIM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镜像使用文档，资源目录（需要在</a:t>
              </a: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4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月</a:t>
              </a: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22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日前提供）</a:t>
              </a:r>
              <a:endPara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20000"/>
                </a:lnSpc>
              </a:pP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3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、</a:t>
              </a: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Nvidia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相关技术培训（</a:t>
              </a:r>
              <a:r>
                <a:rPr kumimoji="1"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建议尽快在</a:t>
              </a:r>
              <a:r>
                <a:rPr kumimoji="1" lang="en-US" altLang="zh-CN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4</a:t>
              </a:r>
              <a:r>
                <a:rPr kumimoji="1"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月第四周</a:t>
              </a:r>
              <a:r>
                <a:rPr kumimoji="1" lang="en-US" altLang="zh-CN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4.22-4.26</a:t>
              </a:r>
              <a:r>
                <a:rPr kumimoji="1" lang="zh-CN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安排培训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）</a:t>
              </a:r>
              <a:endPara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469506" y="1739678"/>
            <a:ext cx="3240000" cy="4110565"/>
            <a:chOff x="4342181" y="2017859"/>
            <a:chExt cx="3240000" cy="4110565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AA28E60-D6D5-D896-BB31-757035DE986F}"/>
                </a:ext>
              </a:extLst>
            </p:cNvPr>
            <p:cNvGrpSpPr/>
            <p:nvPr/>
          </p:nvGrpSpPr>
          <p:grpSpPr>
            <a:xfrm>
              <a:off x="4342181" y="2017859"/>
              <a:ext cx="3240000" cy="4110565"/>
              <a:chOff x="4342298" y="1312721"/>
              <a:chExt cx="3528000" cy="4815703"/>
            </a:xfrm>
          </p:grpSpPr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5FE660F7-3BE2-9869-6EF1-D5FA5468ABCA}"/>
                  </a:ext>
                </a:extLst>
              </p:cNvPr>
              <p:cNvSpPr/>
              <p:nvPr/>
            </p:nvSpPr>
            <p:spPr>
              <a:xfrm>
                <a:off x="4342298" y="1312721"/>
                <a:ext cx="3528000" cy="4815703"/>
              </a:xfrm>
              <a:prstGeom prst="roundRect">
                <a:avLst>
                  <a:gd name="adj" fmla="val 4479"/>
                </a:avLst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accent1">
                      <a:lumMod val="5000"/>
                      <a:lumOff val="95000"/>
                    </a:schemeClr>
                  </a:gs>
                </a:gsLst>
                <a:lin ang="2700000" scaled="1"/>
              </a:gradFill>
              <a:ln>
                <a:noFill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kumimoji="1" lang="zh-CN" altLang="en-US" sz="14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0685A1FA-F8F9-EFF7-6B14-D6465C35FF92}"/>
                  </a:ext>
                </a:extLst>
              </p:cNvPr>
              <p:cNvSpPr/>
              <p:nvPr/>
            </p:nvSpPr>
            <p:spPr>
              <a:xfrm>
                <a:off x="6899649" y="5618485"/>
                <a:ext cx="261000" cy="391500"/>
              </a:xfrm>
              <a:custGeom>
                <a:avLst/>
                <a:gdLst>
                  <a:gd name="connsiteX0" fmla="*/ 65250 w 261000"/>
                  <a:gd name="connsiteY0" fmla="*/ 239250 h 391500"/>
                  <a:gd name="connsiteX1" fmla="*/ 108750 w 261000"/>
                  <a:gd name="connsiteY1" fmla="*/ 239250 h 391500"/>
                  <a:gd name="connsiteX2" fmla="*/ 108750 w 261000"/>
                  <a:gd name="connsiteY2" fmla="*/ 282750 h 391500"/>
                  <a:gd name="connsiteX3" fmla="*/ 65250 w 261000"/>
                  <a:gd name="connsiteY3" fmla="*/ 282750 h 391500"/>
                  <a:gd name="connsiteX4" fmla="*/ 65250 w 261000"/>
                  <a:gd name="connsiteY4" fmla="*/ 239250 h 391500"/>
                  <a:gd name="connsiteX5" fmla="*/ 65250 w 261000"/>
                  <a:gd name="connsiteY5" fmla="*/ 152250 h 391500"/>
                  <a:gd name="connsiteX6" fmla="*/ 108750 w 261000"/>
                  <a:gd name="connsiteY6" fmla="*/ 152250 h 391500"/>
                  <a:gd name="connsiteX7" fmla="*/ 108750 w 261000"/>
                  <a:gd name="connsiteY7" fmla="*/ 195750 h 391500"/>
                  <a:gd name="connsiteX8" fmla="*/ 65250 w 261000"/>
                  <a:gd name="connsiteY8" fmla="*/ 195750 h 391500"/>
                  <a:gd name="connsiteX9" fmla="*/ 65250 w 261000"/>
                  <a:gd name="connsiteY9" fmla="*/ 152250 h 391500"/>
                  <a:gd name="connsiteX10" fmla="*/ 65250 w 261000"/>
                  <a:gd name="connsiteY10" fmla="*/ 65250 h 391500"/>
                  <a:gd name="connsiteX11" fmla="*/ 108750 w 261000"/>
                  <a:gd name="connsiteY11" fmla="*/ 65250 h 391500"/>
                  <a:gd name="connsiteX12" fmla="*/ 108750 w 261000"/>
                  <a:gd name="connsiteY12" fmla="*/ 108750 h 391500"/>
                  <a:gd name="connsiteX13" fmla="*/ 65250 w 261000"/>
                  <a:gd name="connsiteY13" fmla="*/ 108750 h 391500"/>
                  <a:gd name="connsiteX14" fmla="*/ 65250 w 261000"/>
                  <a:gd name="connsiteY14" fmla="*/ 65250 h 391500"/>
                  <a:gd name="connsiteX15" fmla="*/ 152250 w 261000"/>
                  <a:gd name="connsiteY15" fmla="*/ 239250 h 391500"/>
                  <a:gd name="connsiteX16" fmla="*/ 195750 w 261000"/>
                  <a:gd name="connsiteY16" fmla="*/ 239250 h 391500"/>
                  <a:gd name="connsiteX17" fmla="*/ 195750 w 261000"/>
                  <a:gd name="connsiteY17" fmla="*/ 282750 h 391500"/>
                  <a:gd name="connsiteX18" fmla="*/ 152250 w 261000"/>
                  <a:gd name="connsiteY18" fmla="*/ 282750 h 391500"/>
                  <a:gd name="connsiteX19" fmla="*/ 152250 w 261000"/>
                  <a:gd name="connsiteY19" fmla="*/ 239250 h 391500"/>
                  <a:gd name="connsiteX20" fmla="*/ 152250 w 261000"/>
                  <a:gd name="connsiteY20" fmla="*/ 152250 h 391500"/>
                  <a:gd name="connsiteX21" fmla="*/ 195750 w 261000"/>
                  <a:gd name="connsiteY21" fmla="*/ 152250 h 391500"/>
                  <a:gd name="connsiteX22" fmla="*/ 195750 w 261000"/>
                  <a:gd name="connsiteY22" fmla="*/ 195750 h 391500"/>
                  <a:gd name="connsiteX23" fmla="*/ 152250 w 261000"/>
                  <a:gd name="connsiteY23" fmla="*/ 195750 h 391500"/>
                  <a:gd name="connsiteX24" fmla="*/ 152250 w 261000"/>
                  <a:gd name="connsiteY24" fmla="*/ 152250 h 391500"/>
                  <a:gd name="connsiteX25" fmla="*/ 152250 w 261000"/>
                  <a:gd name="connsiteY25" fmla="*/ 65250 h 391500"/>
                  <a:gd name="connsiteX26" fmla="*/ 195750 w 261000"/>
                  <a:gd name="connsiteY26" fmla="*/ 65250 h 391500"/>
                  <a:gd name="connsiteX27" fmla="*/ 195750 w 261000"/>
                  <a:gd name="connsiteY27" fmla="*/ 108750 h 391500"/>
                  <a:gd name="connsiteX28" fmla="*/ 152250 w 261000"/>
                  <a:gd name="connsiteY28" fmla="*/ 108750 h 391500"/>
                  <a:gd name="connsiteX29" fmla="*/ 152250 w 261000"/>
                  <a:gd name="connsiteY29" fmla="*/ 65250 h 391500"/>
                  <a:gd name="connsiteX30" fmla="*/ 0 w 261000"/>
                  <a:gd name="connsiteY30" fmla="*/ 391500 h 391500"/>
                  <a:gd name="connsiteX31" fmla="*/ 108750 w 261000"/>
                  <a:gd name="connsiteY31" fmla="*/ 391500 h 391500"/>
                  <a:gd name="connsiteX32" fmla="*/ 108750 w 261000"/>
                  <a:gd name="connsiteY32" fmla="*/ 326250 h 391500"/>
                  <a:gd name="connsiteX33" fmla="*/ 152250 w 261000"/>
                  <a:gd name="connsiteY33" fmla="*/ 326250 h 391500"/>
                  <a:gd name="connsiteX34" fmla="*/ 152250 w 261000"/>
                  <a:gd name="connsiteY34" fmla="*/ 391500 h 391500"/>
                  <a:gd name="connsiteX35" fmla="*/ 261000 w 261000"/>
                  <a:gd name="connsiteY35" fmla="*/ 391500 h 391500"/>
                  <a:gd name="connsiteX36" fmla="*/ 261000 w 261000"/>
                  <a:gd name="connsiteY36" fmla="*/ 0 h 391500"/>
                  <a:gd name="connsiteX37" fmla="*/ 0 w 261000"/>
                  <a:gd name="connsiteY37" fmla="*/ 0 h 391500"/>
                  <a:gd name="connsiteX38" fmla="*/ 0 w 261000"/>
                  <a:gd name="connsiteY38" fmla="*/ 391500 h 39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261000" h="391500">
                    <a:moveTo>
                      <a:pt x="65250" y="239250"/>
                    </a:moveTo>
                    <a:lnTo>
                      <a:pt x="108750" y="239250"/>
                    </a:lnTo>
                    <a:lnTo>
                      <a:pt x="108750" y="282750"/>
                    </a:lnTo>
                    <a:lnTo>
                      <a:pt x="65250" y="282750"/>
                    </a:lnTo>
                    <a:lnTo>
                      <a:pt x="65250" y="239250"/>
                    </a:lnTo>
                    <a:close/>
                    <a:moveTo>
                      <a:pt x="65250" y="152250"/>
                    </a:moveTo>
                    <a:lnTo>
                      <a:pt x="108750" y="152250"/>
                    </a:lnTo>
                    <a:lnTo>
                      <a:pt x="108750" y="195750"/>
                    </a:lnTo>
                    <a:lnTo>
                      <a:pt x="65250" y="195750"/>
                    </a:lnTo>
                    <a:lnTo>
                      <a:pt x="65250" y="152250"/>
                    </a:lnTo>
                    <a:close/>
                    <a:moveTo>
                      <a:pt x="65250" y="65250"/>
                    </a:moveTo>
                    <a:lnTo>
                      <a:pt x="108750" y="65250"/>
                    </a:lnTo>
                    <a:lnTo>
                      <a:pt x="108750" y="108750"/>
                    </a:lnTo>
                    <a:lnTo>
                      <a:pt x="65250" y="108750"/>
                    </a:lnTo>
                    <a:lnTo>
                      <a:pt x="65250" y="65250"/>
                    </a:lnTo>
                    <a:close/>
                    <a:moveTo>
                      <a:pt x="152250" y="239250"/>
                    </a:moveTo>
                    <a:lnTo>
                      <a:pt x="195750" y="239250"/>
                    </a:lnTo>
                    <a:lnTo>
                      <a:pt x="195750" y="282750"/>
                    </a:lnTo>
                    <a:lnTo>
                      <a:pt x="152250" y="282750"/>
                    </a:lnTo>
                    <a:lnTo>
                      <a:pt x="152250" y="239250"/>
                    </a:lnTo>
                    <a:close/>
                    <a:moveTo>
                      <a:pt x="152250" y="152250"/>
                    </a:moveTo>
                    <a:lnTo>
                      <a:pt x="195750" y="152250"/>
                    </a:lnTo>
                    <a:lnTo>
                      <a:pt x="195750" y="195750"/>
                    </a:lnTo>
                    <a:lnTo>
                      <a:pt x="152250" y="195750"/>
                    </a:lnTo>
                    <a:lnTo>
                      <a:pt x="152250" y="152250"/>
                    </a:lnTo>
                    <a:close/>
                    <a:moveTo>
                      <a:pt x="152250" y="65250"/>
                    </a:moveTo>
                    <a:lnTo>
                      <a:pt x="195750" y="65250"/>
                    </a:lnTo>
                    <a:lnTo>
                      <a:pt x="195750" y="108750"/>
                    </a:lnTo>
                    <a:lnTo>
                      <a:pt x="152250" y="108750"/>
                    </a:lnTo>
                    <a:lnTo>
                      <a:pt x="152250" y="65250"/>
                    </a:lnTo>
                    <a:close/>
                    <a:moveTo>
                      <a:pt x="0" y="391500"/>
                    </a:moveTo>
                    <a:lnTo>
                      <a:pt x="108750" y="391500"/>
                    </a:lnTo>
                    <a:lnTo>
                      <a:pt x="108750" y="326250"/>
                    </a:lnTo>
                    <a:lnTo>
                      <a:pt x="152250" y="326250"/>
                    </a:lnTo>
                    <a:lnTo>
                      <a:pt x="152250" y="391500"/>
                    </a:lnTo>
                    <a:lnTo>
                      <a:pt x="261000" y="391500"/>
                    </a:lnTo>
                    <a:lnTo>
                      <a:pt x="261000" y="0"/>
                    </a:lnTo>
                    <a:lnTo>
                      <a:pt x="0" y="0"/>
                    </a:lnTo>
                    <a:lnTo>
                      <a:pt x="0" y="39150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0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67F3E598-4D24-FFE7-7817-6A314F816E98}"/>
                  </a:ext>
                </a:extLst>
              </p:cNvPr>
              <p:cNvSpPr/>
              <p:nvPr/>
            </p:nvSpPr>
            <p:spPr>
              <a:xfrm>
                <a:off x="7204149" y="5705485"/>
                <a:ext cx="261000" cy="304500"/>
              </a:xfrm>
              <a:custGeom>
                <a:avLst/>
                <a:gdLst>
                  <a:gd name="connsiteX0" fmla="*/ 65250 w 261000"/>
                  <a:gd name="connsiteY0" fmla="*/ 152250 h 304500"/>
                  <a:gd name="connsiteX1" fmla="*/ 108750 w 261000"/>
                  <a:gd name="connsiteY1" fmla="*/ 152250 h 304500"/>
                  <a:gd name="connsiteX2" fmla="*/ 108750 w 261000"/>
                  <a:gd name="connsiteY2" fmla="*/ 195750 h 304500"/>
                  <a:gd name="connsiteX3" fmla="*/ 65250 w 261000"/>
                  <a:gd name="connsiteY3" fmla="*/ 195750 h 304500"/>
                  <a:gd name="connsiteX4" fmla="*/ 65250 w 261000"/>
                  <a:gd name="connsiteY4" fmla="*/ 152250 h 304500"/>
                  <a:gd name="connsiteX5" fmla="*/ 65250 w 261000"/>
                  <a:gd name="connsiteY5" fmla="*/ 65250 h 304500"/>
                  <a:gd name="connsiteX6" fmla="*/ 108750 w 261000"/>
                  <a:gd name="connsiteY6" fmla="*/ 65250 h 304500"/>
                  <a:gd name="connsiteX7" fmla="*/ 108750 w 261000"/>
                  <a:gd name="connsiteY7" fmla="*/ 108750 h 304500"/>
                  <a:gd name="connsiteX8" fmla="*/ 65250 w 261000"/>
                  <a:gd name="connsiteY8" fmla="*/ 108750 h 304500"/>
                  <a:gd name="connsiteX9" fmla="*/ 65250 w 261000"/>
                  <a:gd name="connsiteY9" fmla="*/ 65250 h 304500"/>
                  <a:gd name="connsiteX10" fmla="*/ 152250 w 261000"/>
                  <a:gd name="connsiteY10" fmla="*/ 152250 h 304500"/>
                  <a:gd name="connsiteX11" fmla="*/ 195750 w 261000"/>
                  <a:gd name="connsiteY11" fmla="*/ 152250 h 304500"/>
                  <a:gd name="connsiteX12" fmla="*/ 195750 w 261000"/>
                  <a:gd name="connsiteY12" fmla="*/ 195750 h 304500"/>
                  <a:gd name="connsiteX13" fmla="*/ 152250 w 261000"/>
                  <a:gd name="connsiteY13" fmla="*/ 195750 h 304500"/>
                  <a:gd name="connsiteX14" fmla="*/ 152250 w 261000"/>
                  <a:gd name="connsiteY14" fmla="*/ 152250 h 304500"/>
                  <a:gd name="connsiteX15" fmla="*/ 152250 w 261000"/>
                  <a:gd name="connsiteY15" fmla="*/ 65250 h 304500"/>
                  <a:gd name="connsiteX16" fmla="*/ 195750 w 261000"/>
                  <a:gd name="connsiteY16" fmla="*/ 65250 h 304500"/>
                  <a:gd name="connsiteX17" fmla="*/ 195750 w 261000"/>
                  <a:gd name="connsiteY17" fmla="*/ 108750 h 304500"/>
                  <a:gd name="connsiteX18" fmla="*/ 152250 w 261000"/>
                  <a:gd name="connsiteY18" fmla="*/ 108750 h 304500"/>
                  <a:gd name="connsiteX19" fmla="*/ 152250 w 261000"/>
                  <a:gd name="connsiteY19" fmla="*/ 65250 h 304500"/>
                  <a:gd name="connsiteX20" fmla="*/ 0 w 261000"/>
                  <a:gd name="connsiteY20" fmla="*/ 304500 h 304500"/>
                  <a:gd name="connsiteX21" fmla="*/ 108750 w 261000"/>
                  <a:gd name="connsiteY21" fmla="*/ 304500 h 304500"/>
                  <a:gd name="connsiteX22" fmla="*/ 108750 w 261000"/>
                  <a:gd name="connsiteY22" fmla="*/ 239250 h 304500"/>
                  <a:gd name="connsiteX23" fmla="*/ 152250 w 261000"/>
                  <a:gd name="connsiteY23" fmla="*/ 239250 h 304500"/>
                  <a:gd name="connsiteX24" fmla="*/ 152250 w 261000"/>
                  <a:gd name="connsiteY24" fmla="*/ 304500 h 304500"/>
                  <a:gd name="connsiteX25" fmla="*/ 261000 w 261000"/>
                  <a:gd name="connsiteY25" fmla="*/ 304500 h 304500"/>
                  <a:gd name="connsiteX26" fmla="*/ 261000 w 261000"/>
                  <a:gd name="connsiteY26" fmla="*/ 0 h 304500"/>
                  <a:gd name="connsiteX27" fmla="*/ 0 w 261000"/>
                  <a:gd name="connsiteY27" fmla="*/ 0 h 304500"/>
                  <a:gd name="connsiteX28" fmla="*/ 0 w 261000"/>
                  <a:gd name="connsiteY28" fmla="*/ 304500 h 30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61000" h="304500">
                    <a:moveTo>
                      <a:pt x="65250" y="152250"/>
                    </a:moveTo>
                    <a:lnTo>
                      <a:pt x="108750" y="152250"/>
                    </a:lnTo>
                    <a:lnTo>
                      <a:pt x="108750" y="195750"/>
                    </a:lnTo>
                    <a:lnTo>
                      <a:pt x="65250" y="195750"/>
                    </a:lnTo>
                    <a:lnTo>
                      <a:pt x="65250" y="152250"/>
                    </a:lnTo>
                    <a:close/>
                    <a:moveTo>
                      <a:pt x="65250" y="65250"/>
                    </a:moveTo>
                    <a:lnTo>
                      <a:pt x="108750" y="65250"/>
                    </a:lnTo>
                    <a:lnTo>
                      <a:pt x="108750" y="108750"/>
                    </a:lnTo>
                    <a:lnTo>
                      <a:pt x="65250" y="108750"/>
                    </a:lnTo>
                    <a:lnTo>
                      <a:pt x="65250" y="65250"/>
                    </a:lnTo>
                    <a:close/>
                    <a:moveTo>
                      <a:pt x="152250" y="152250"/>
                    </a:moveTo>
                    <a:lnTo>
                      <a:pt x="195750" y="152250"/>
                    </a:lnTo>
                    <a:lnTo>
                      <a:pt x="195750" y="195750"/>
                    </a:lnTo>
                    <a:lnTo>
                      <a:pt x="152250" y="195750"/>
                    </a:lnTo>
                    <a:lnTo>
                      <a:pt x="152250" y="152250"/>
                    </a:lnTo>
                    <a:close/>
                    <a:moveTo>
                      <a:pt x="152250" y="65250"/>
                    </a:moveTo>
                    <a:lnTo>
                      <a:pt x="195750" y="65250"/>
                    </a:lnTo>
                    <a:lnTo>
                      <a:pt x="195750" y="108750"/>
                    </a:lnTo>
                    <a:lnTo>
                      <a:pt x="152250" y="108750"/>
                    </a:lnTo>
                    <a:lnTo>
                      <a:pt x="152250" y="65250"/>
                    </a:lnTo>
                    <a:close/>
                    <a:moveTo>
                      <a:pt x="0" y="304500"/>
                    </a:moveTo>
                    <a:lnTo>
                      <a:pt x="108750" y="304500"/>
                    </a:lnTo>
                    <a:lnTo>
                      <a:pt x="108750" y="239250"/>
                    </a:lnTo>
                    <a:lnTo>
                      <a:pt x="152250" y="239250"/>
                    </a:lnTo>
                    <a:lnTo>
                      <a:pt x="152250" y="304500"/>
                    </a:lnTo>
                    <a:lnTo>
                      <a:pt x="261000" y="304500"/>
                    </a:lnTo>
                    <a:lnTo>
                      <a:pt x="261000" y="0"/>
                    </a:lnTo>
                    <a:lnTo>
                      <a:pt x="0" y="0"/>
                    </a:lnTo>
                    <a:lnTo>
                      <a:pt x="0" y="30450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0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BEAB376E-FC4E-C0F7-9579-68C2CB06F119}"/>
                  </a:ext>
                </a:extLst>
              </p:cNvPr>
              <p:cNvSpPr/>
              <p:nvPr/>
            </p:nvSpPr>
            <p:spPr>
              <a:xfrm>
                <a:off x="7508649" y="5357485"/>
                <a:ext cx="261000" cy="652500"/>
              </a:xfrm>
              <a:custGeom>
                <a:avLst/>
                <a:gdLst>
                  <a:gd name="connsiteX0" fmla="*/ 195750 w 261000"/>
                  <a:gd name="connsiteY0" fmla="*/ 119625 h 652500"/>
                  <a:gd name="connsiteX1" fmla="*/ 152250 w 261000"/>
                  <a:gd name="connsiteY1" fmla="*/ 119625 h 652500"/>
                  <a:gd name="connsiteX2" fmla="*/ 152250 w 261000"/>
                  <a:gd name="connsiteY2" fmla="*/ 76125 h 652500"/>
                  <a:gd name="connsiteX3" fmla="*/ 195750 w 261000"/>
                  <a:gd name="connsiteY3" fmla="*/ 76125 h 652500"/>
                  <a:gd name="connsiteX4" fmla="*/ 195750 w 261000"/>
                  <a:gd name="connsiteY4" fmla="*/ 119625 h 652500"/>
                  <a:gd name="connsiteX5" fmla="*/ 195750 w 261000"/>
                  <a:gd name="connsiteY5" fmla="*/ 195750 h 652500"/>
                  <a:gd name="connsiteX6" fmla="*/ 152250 w 261000"/>
                  <a:gd name="connsiteY6" fmla="*/ 195750 h 652500"/>
                  <a:gd name="connsiteX7" fmla="*/ 152250 w 261000"/>
                  <a:gd name="connsiteY7" fmla="*/ 152250 h 652500"/>
                  <a:gd name="connsiteX8" fmla="*/ 195750 w 261000"/>
                  <a:gd name="connsiteY8" fmla="*/ 152250 h 652500"/>
                  <a:gd name="connsiteX9" fmla="*/ 195750 w 261000"/>
                  <a:gd name="connsiteY9" fmla="*/ 195750 h 652500"/>
                  <a:gd name="connsiteX10" fmla="*/ 195750 w 261000"/>
                  <a:gd name="connsiteY10" fmla="*/ 282750 h 652500"/>
                  <a:gd name="connsiteX11" fmla="*/ 152250 w 261000"/>
                  <a:gd name="connsiteY11" fmla="*/ 282750 h 652500"/>
                  <a:gd name="connsiteX12" fmla="*/ 152250 w 261000"/>
                  <a:gd name="connsiteY12" fmla="*/ 239250 h 652500"/>
                  <a:gd name="connsiteX13" fmla="*/ 195750 w 261000"/>
                  <a:gd name="connsiteY13" fmla="*/ 239250 h 652500"/>
                  <a:gd name="connsiteX14" fmla="*/ 195750 w 261000"/>
                  <a:gd name="connsiteY14" fmla="*/ 282750 h 652500"/>
                  <a:gd name="connsiteX15" fmla="*/ 195750 w 261000"/>
                  <a:gd name="connsiteY15" fmla="*/ 369750 h 652500"/>
                  <a:gd name="connsiteX16" fmla="*/ 152250 w 261000"/>
                  <a:gd name="connsiteY16" fmla="*/ 369750 h 652500"/>
                  <a:gd name="connsiteX17" fmla="*/ 152250 w 261000"/>
                  <a:gd name="connsiteY17" fmla="*/ 326250 h 652500"/>
                  <a:gd name="connsiteX18" fmla="*/ 195750 w 261000"/>
                  <a:gd name="connsiteY18" fmla="*/ 326250 h 652500"/>
                  <a:gd name="connsiteX19" fmla="*/ 195750 w 261000"/>
                  <a:gd name="connsiteY19" fmla="*/ 369750 h 652500"/>
                  <a:gd name="connsiteX20" fmla="*/ 195750 w 261000"/>
                  <a:gd name="connsiteY20" fmla="*/ 456750 h 652500"/>
                  <a:gd name="connsiteX21" fmla="*/ 152250 w 261000"/>
                  <a:gd name="connsiteY21" fmla="*/ 456750 h 652500"/>
                  <a:gd name="connsiteX22" fmla="*/ 152250 w 261000"/>
                  <a:gd name="connsiteY22" fmla="*/ 413250 h 652500"/>
                  <a:gd name="connsiteX23" fmla="*/ 195750 w 261000"/>
                  <a:gd name="connsiteY23" fmla="*/ 413250 h 652500"/>
                  <a:gd name="connsiteX24" fmla="*/ 195750 w 261000"/>
                  <a:gd name="connsiteY24" fmla="*/ 456750 h 652500"/>
                  <a:gd name="connsiteX25" fmla="*/ 195750 w 261000"/>
                  <a:gd name="connsiteY25" fmla="*/ 543750 h 652500"/>
                  <a:gd name="connsiteX26" fmla="*/ 152250 w 261000"/>
                  <a:gd name="connsiteY26" fmla="*/ 543750 h 652500"/>
                  <a:gd name="connsiteX27" fmla="*/ 152250 w 261000"/>
                  <a:gd name="connsiteY27" fmla="*/ 500250 h 652500"/>
                  <a:gd name="connsiteX28" fmla="*/ 195750 w 261000"/>
                  <a:gd name="connsiteY28" fmla="*/ 500250 h 652500"/>
                  <a:gd name="connsiteX29" fmla="*/ 195750 w 261000"/>
                  <a:gd name="connsiteY29" fmla="*/ 543750 h 652500"/>
                  <a:gd name="connsiteX30" fmla="*/ 108750 w 261000"/>
                  <a:gd name="connsiteY30" fmla="*/ 119625 h 652500"/>
                  <a:gd name="connsiteX31" fmla="*/ 65250 w 261000"/>
                  <a:gd name="connsiteY31" fmla="*/ 119625 h 652500"/>
                  <a:gd name="connsiteX32" fmla="*/ 65250 w 261000"/>
                  <a:gd name="connsiteY32" fmla="*/ 76125 h 652500"/>
                  <a:gd name="connsiteX33" fmla="*/ 108750 w 261000"/>
                  <a:gd name="connsiteY33" fmla="*/ 76125 h 652500"/>
                  <a:gd name="connsiteX34" fmla="*/ 108750 w 261000"/>
                  <a:gd name="connsiteY34" fmla="*/ 119625 h 652500"/>
                  <a:gd name="connsiteX35" fmla="*/ 108750 w 261000"/>
                  <a:gd name="connsiteY35" fmla="*/ 195750 h 652500"/>
                  <a:gd name="connsiteX36" fmla="*/ 65250 w 261000"/>
                  <a:gd name="connsiteY36" fmla="*/ 195750 h 652500"/>
                  <a:gd name="connsiteX37" fmla="*/ 65250 w 261000"/>
                  <a:gd name="connsiteY37" fmla="*/ 152250 h 652500"/>
                  <a:gd name="connsiteX38" fmla="*/ 108750 w 261000"/>
                  <a:gd name="connsiteY38" fmla="*/ 152250 h 652500"/>
                  <a:gd name="connsiteX39" fmla="*/ 108750 w 261000"/>
                  <a:gd name="connsiteY39" fmla="*/ 195750 h 652500"/>
                  <a:gd name="connsiteX40" fmla="*/ 108750 w 261000"/>
                  <a:gd name="connsiteY40" fmla="*/ 282750 h 652500"/>
                  <a:gd name="connsiteX41" fmla="*/ 65250 w 261000"/>
                  <a:gd name="connsiteY41" fmla="*/ 282750 h 652500"/>
                  <a:gd name="connsiteX42" fmla="*/ 65250 w 261000"/>
                  <a:gd name="connsiteY42" fmla="*/ 239250 h 652500"/>
                  <a:gd name="connsiteX43" fmla="*/ 108750 w 261000"/>
                  <a:gd name="connsiteY43" fmla="*/ 239250 h 652500"/>
                  <a:gd name="connsiteX44" fmla="*/ 108750 w 261000"/>
                  <a:gd name="connsiteY44" fmla="*/ 282750 h 652500"/>
                  <a:gd name="connsiteX45" fmla="*/ 108750 w 261000"/>
                  <a:gd name="connsiteY45" fmla="*/ 369750 h 652500"/>
                  <a:gd name="connsiteX46" fmla="*/ 65250 w 261000"/>
                  <a:gd name="connsiteY46" fmla="*/ 369750 h 652500"/>
                  <a:gd name="connsiteX47" fmla="*/ 65250 w 261000"/>
                  <a:gd name="connsiteY47" fmla="*/ 326250 h 652500"/>
                  <a:gd name="connsiteX48" fmla="*/ 108750 w 261000"/>
                  <a:gd name="connsiteY48" fmla="*/ 326250 h 652500"/>
                  <a:gd name="connsiteX49" fmla="*/ 108750 w 261000"/>
                  <a:gd name="connsiteY49" fmla="*/ 369750 h 652500"/>
                  <a:gd name="connsiteX50" fmla="*/ 108750 w 261000"/>
                  <a:gd name="connsiteY50" fmla="*/ 456750 h 652500"/>
                  <a:gd name="connsiteX51" fmla="*/ 65250 w 261000"/>
                  <a:gd name="connsiteY51" fmla="*/ 456750 h 652500"/>
                  <a:gd name="connsiteX52" fmla="*/ 65250 w 261000"/>
                  <a:gd name="connsiteY52" fmla="*/ 413250 h 652500"/>
                  <a:gd name="connsiteX53" fmla="*/ 108750 w 261000"/>
                  <a:gd name="connsiteY53" fmla="*/ 413250 h 652500"/>
                  <a:gd name="connsiteX54" fmla="*/ 108750 w 261000"/>
                  <a:gd name="connsiteY54" fmla="*/ 456750 h 652500"/>
                  <a:gd name="connsiteX55" fmla="*/ 108750 w 261000"/>
                  <a:gd name="connsiteY55" fmla="*/ 543750 h 652500"/>
                  <a:gd name="connsiteX56" fmla="*/ 65250 w 261000"/>
                  <a:gd name="connsiteY56" fmla="*/ 543750 h 652500"/>
                  <a:gd name="connsiteX57" fmla="*/ 65250 w 261000"/>
                  <a:gd name="connsiteY57" fmla="*/ 500250 h 652500"/>
                  <a:gd name="connsiteX58" fmla="*/ 108750 w 261000"/>
                  <a:gd name="connsiteY58" fmla="*/ 500250 h 652500"/>
                  <a:gd name="connsiteX59" fmla="*/ 108750 w 261000"/>
                  <a:gd name="connsiteY59" fmla="*/ 543750 h 652500"/>
                  <a:gd name="connsiteX60" fmla="*/ 0 w 261000"/>
                  <a:gd name="connsiteY60" fmla="*/ 0 h 652500"/>
                  <a:gd name="connsiteX61" fmla="*/ 0 w 261000"/>
                  <a:gd name="connsiteY61" fmla="*/ 652500 h 652500"/>
                  <a:gd name="connsiteX62" fmla="*/ 108750 w 261000"/>
                  <a:gd name="connsiteY62" fmla="*/ 652500 h 652500"/>
                  <a:gd name="connsiteX63" fmla="*/ 108750 w 261000"/>
                  <a:gd name="connsiteY63" fmla="*/ 587250 h 652500"/>
                  <a:gd name="connsiteX64" fmla="*/ 152250 w 261000"/>
                  <a:gd name="connsiteY64" fmla="*/ 587250 h 652500"/>
                  <a:gd name="connsiteX65" fmla="*/ 152250 w 261000"/>
                  <a:gd name="connsiteY65" fmla="*/ 652500 h 652500"/>
                  <a:gd name="connsiteX66" fmla="*/ 261000 w 261000"/>
                  <a:gd name="connsiteY66" fmla="*/ 652500 h 652500"/>
                  <a:gd name="connsiteX67" fmla="*/ 261000 w 261000"/>
                  <a:gd name="connsiteY67" fmla="*/ 32625 h 652500"/>
                  <a:gd name="connsiteX68" fmla="*/ 0 w 261000"/>
                  <a:gd name="connsiteY68" fmla="*/ 0 h 652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261000" h="652500">
                    <a:moveTo>
                      <a:pt x="195750" y="119625"/>
                    </a:moveTo>
                    <a:lnTo>
                      <a:pt x="152250" y="119625"/>
                    </a:lnTo>
                    <a:lnTo>
                      <a:pt x="152250" y="76125"/>
                    </a:lnTo>
                    <a:lnTo>
                      <a:pt x="195750" y="76125"/>
                    </a:lnTo>
                    <a:lnTo>
                      <a:pt x="195750" y="119625"/>
                    </a:lnTo>
                    <a:close/>
                    <a:moveTo>
                      <a:pt x="195750" y="195750"/>
                    </a:moveTo>
                    <a:lnTo>
                      <a:pt x="152250" y="195750"/>
                    </a:lnTo>
                    <a:lnTo>
                      <a:pt x="152250" y="152250"/>
                    </a:lnTo>
                    <a:lnTo>
                      <a:pt x="195750" y="152250"/>
                    </a:lnTo>
                    <a:lnTo>
                      <a:pt x="195750" y="195750"/>
                    </a:lnTo>
                    <a:close/>
                    <a:moveTo>
                      <a:pt x="195750" y="282750"/>
                    </a:moveTo>
                    <a:lnTo>
                      <a:pt x="152250" y="282750"/>
                    </a:lnTo>
                    <a:lnTo>
                      <a:pt x="152250" y="239250"/>
                    </a:lnTo>
                    <a:lnTo>
                      <a:pt x="195750" y="239250"/>
                    </a:lnTo>
                    <a:lnTo>
                      <a:pt x="195750" y="282750"/>
                    </a:lnTo>
                    <a:close/>
                    <a:moveTo>
                      <a:pt x="195750" y="369750"/>
                    </a:moveTo>
                    <a:lnTo>
                      <a:pt x="152250" y="369750"/>
                    </a:lnTo>
                    <a:lnTo>
                      <a:pt x="152250" y="326250"/>
                    </a:lnTo>
                    <a:lnTo>
                      <a:pt x="195750" y="326250"/>
                    </a:lnTo>
                    <a:lnTo>
                      <a:pt x="195750" y="369750"/>
                    </a:lnTo>
                    <a:close/>
                    <a:moveTo>
                      <a:pt x="195750" y="456750"/>
                    </a:moveTo>
                    <a:lnTo>
                      <a:pt x="152250" y="456750"/>
                    </a:lnTo>
                    <a:lnTo>
                      <a:pt x="152250" y="413250"/>
                    </a:lnTo>
                    <a:lnTo>
                      <a:pt x="195750" y="413250"/>
                    </a:lnTo>
                    <a:lnTo>
                      <a:pt x="195750" y="456750"/>
                    </a:lnTo>
                    <a:close/>
                    <a:moveTo>
                      <a:pt x="195750" y="543750"/>
                    </a:moveTo>
                    <a:lnTo>
                      <a:pt x="152250" y="543750"/>
                    </a:lnTo>
                    <a:lnTo>
                      <a:pt x="152250" y="500250"/>
                    </a:lnTo>
                    <a:lnTo>
                      <a:pt x="195750" y="500250"/>
                    </a:lnTo>
                    <a:lnTo>
                      <a:pt x="195750" y="543750"/>
                    </a:lnTo>
                    <a:close/>
                    <a:moveTo>
                      <a:pt x="108750" y="119625"/>
                    </a:moveTo>
                    <a:lnTo>
                      <a:pt x="65250" y="119625"/>
                    </a:lnTo>
                    <a:lnTo>
                      <a:pt x="65250" y="76125"/>
                    </a:lnTo>
                    <a:lnTo>
                      <a:pt x="108750" y="76125"/>
                    </a:lnTo>
                    <a:lnTo>
                      <a:pt x="108750" y="119625"/>
                    </a:lnTo>
                    <a:close/>
                    <a:moveTo>
                      <a:pt x="108750" y="195750"/>
                    </a:moveTo>
                    <a:lnTo>
                      <a:pt x="65250" y="195750"/>
                    </a:lnTo>
                    <a:lnTo>
                      <a:pt x="65250" y="152250"/>
                    </a:lnTo>
                    <a:lnTo>
                      <a:pt x="108750" y="152250"/>
                    </a:lnTo>
                    <a:lnTo>
                      <a:pt x="108750" y="195750"/>
                    </a:lnTo>
                    <a:close/>
                    <a:moveTo>
                      <a:pt x="108750" y="282750"/>
                    </a:moveTo>
                    <a:lnTo>
                      <a:pt x="65250" y="282750"/>
                    </a:lnTo>
                    <a:lnTo>
                      <a:pt x="65250" y="239250"/>
                    </a:lnTo>
                    <a:lnTo>
                      <a:pt x="108750" y="239250"/>
                    </a:lnTo>
                    <a:lnTo>
                      <a:pt x="108750" y="282750"/>
                    </a:lnTo>
                    <a:close/>
                    <a:moveTo>
                      <a:pt x="108750" y="369750"/>
                    </a:moveTo>
                    <a:lnTo>
                      <a:pt x="65250" y="369750"/>
                    </a:lnTo>
                    <a:lnTo>
                      <a:pt x="65250" y="326250"/>
                    </a:lnTo>
                    <a:lnTo>
                      <a:pt x="108750" y="326250"/>
                    </a:lnTo>
                    <a:lnTo>
                      <a:pt x="108750" y="369750"/>
                    </a:lnTo>
                    <a:close/>
                    <a:moveTo>
                      <a:pt x="108750" y="456750"/>
                    </a:moveTo>
                    <a:lnTo>
                      <a:pt x="65250" y="456750"/>
                    </a:lnTo>
                    <a:lnTo>
                      <a:pt x="65250" y="413250"/>
                    </a:lnTo>
                    <a:lnTo>
                      <a:pt x="108750" y="413250"/>
                    </a:lnTo>
                    <a:lnTo>
                      <a:pt x="108750" y="456750"/>
                    </a:lnTo>
                    <a:close/>
                    <a:moveTo>
                      <a:pt x="108750" y="543750"/>
                    </a:moveTo>
                    <a:lnTo>
                      <a:pt x="65250" y="543750"/>
                    </a:lnTo>
                    <a:lnTo>
                      <a:pt x="65250" y="500250"/>
                    </a:lnTo>
                    <a:lnTo>
                      <a:pt x="108750" y="500250"/>
                    </a:lnTo>
                    <a:lnTo>
                      <a:pt x="108750" y="543750"/>
                    </a:lnTo>
                    <a:close/>
                    <a:moveTo>
                      <a:pt x="0" y="0"/>
                    </a:moveTo>
                    <a:lnTo>
                      <a:pt x="0" y="652500"/>
                    </a:lnTo>
                    <a:lnTo>
                      <a:pt x="108750" y="652500"/>
                    </a:lnTo>
                    <a:lnTo>
                      <a:pt x="108750" y="587250"/>
                    </a:lnTo>
                    <a:lnTo>
                      <a:pt x="152250" y="587250"/>
                    </a:lnTo>
                    <a:lnTo>
                      <a:pt x="152250" y="652500"/>
                    </a:lnTo>
                    <a:lnTo>
                      <a:pt x="261000" y="652500"/>
                    </a:lnTo>
                    <a:lnTo>
                      <a:pt x="261000" y="32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0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824DC911-3FEC-2D2E-03FD-BB372351430D}"/>
                  </a:ext>
                </a:extLst>
              </p:cNvPr>
              <p:cNvSpPr/>
              <p:nvPr/>
            </p:nvSpPr>
            <p:spPr>
              <a:xfrm>
                <a:off x="7051899" y="5335735"/>
                <a:ext cx="261000" cy="326250"/>
              </a:xfrm>
              <a:custGeom>
                <a:avLst/>
                <a:gdLst>
                  <a:gd name="connsiteX0" fmla="*/ 152250 w 261000"/>
                  <a:gd name="connsiteY0" fmla="*/ 152250 h 326250"/>
                  <a:gd name="connsiteX1" fmla="*/ 195750 w 261000"/>
                  <a:gd name="connsiteY1" fmla="*/ 152250 h 326250"/>
                  <a:gd name="connsiteX2" fmla="*/ 195750 w 261000"/>
                  <a:gd name="connsiteY2" fmla="*/ 195750 h 326250"/>
                  <a:gd name="connsiteX3" fmla="*/ 152250 w 261000"/>
                  <a:gd name="connsiteY3" fmla="*/ 195750 h 326250"/>
                  <a:gd name="connsiteX4" fmla="*/ 152250 w 261000"/>
                  <a:gd name="connsiteY4" fmla="*/ 152250 h 326250"/>
                  <a:gd name="connsiteX5" fmla="*/ 152250 w 261000"/>
                  <a:gd name="connsiteY5" fmla="*/ 65250 h 326250"/>
                  <a:gd name="connsiteX6" fmla="*/ 195750 w 261000"/>
                  <a:gd name="connsiteY6" fmla="*/ 65250 h 326250"/>
                  <a:gd name="connsiteX7" fmla="*/ 195750 w 261000"/>
                  <a:gd name="connsiteY7" fmla="*/ 108750 h 326250"/>
                  <a:gd name="connsiteX8" fmla="*/ 152250 w 261000"/>
                  <a:gd name="connsiteY8" fmla="*/ 108750 h 326250"/>
                  <a:gd name="connsiteX9" fmla="*/ 152250 w 261000"/>
                  <a:gd name="connsiteY9" fmla="*/ 65250 h 326250"/>
                  <a:gd name="connsiteX10" fmla="*/ 108750 w 261000"/>
                  <a:gd name="connsiteY10" fmla="*/ 108750 h 326250"/>
                  <a:gd name="connsiteX11" fmla="*/ 65250 w 261000"/>
                  <a:gd name="connsiteY11" fmla="*/ 108750 h 326250"/>
                  <a:gd name="connsiteX12" fmla="*/ 65250 w 261000"/>
                  <a:gd name="connsiteY12" fmla="*/ 65250 h 326250"/>
                  <a:gd name="connsiteX13" fmla="*/ 108750 w 261000"/>
                  <a:gd name="connsiteY13" fmla="*/ 65250 h 326250"/>
                  <a:gd name="connsiteX14" fmla="*/ 108750 w 261000"/>
                  <a:gd name="connsiteY14" fmla="*/ 108750 h 326250"/>
                  <a:gd name="connsiteX15" fmla="*/ 108750 w 261000"/>
                  <a:gd name="connsiteY15" fmla="*/ 195750 h 326250"/>
                  <a:gd name="connsiteX16" fmla="*/ 65250 w 261000"/>
                  <a:gd name="connsiteY16" fmla="*/ 195750 h 326250"/>
                  <a:gd name="connsiteX17" fmla="*/ 65250 w 261000"/>
                  <a:gd name="connsiteY17" fmla="*/ 152250 h 326250"/>
                  <a:gd name="connsiteX18" fmla="*/ 108750 w 261000"/>
                  <a:gd name="connsiteY18" fmla="*/ 152250 h 326250"/>
                  <a:gd name="connsiteX19" fmla="*/ 108750 w 261000"/>
                  <a:gd name="connsiteY19" fmla="*/ 195750 h 326250"/>
                  <a:gd name="connsiteX20" fmla="*/ 152250 w 261000"/>
                  <a:gd name="connsiteY20" fmla="*/ 326250 h 326250"/>
                  <a:gd name="connsiteX21" fmla="*/ 261000 w 261000"/>
                  <a:gd name="connsiteY21" fmla="*/ 326250 h 326250"/>
                  <a:gd name="connsiteX22" fmla="*/ 261000 w 261000"/>
                  <a:gd name="connsiteY22" fmla="*/ 0 h 326250"/>
                  <a:gd name="connsiteX23" fmla="*/ 0 w 261000"/>
                  <a:gd name="connsiteY23" fmla="*/ 0 h 326250"/>
                  <a:gd name="connsiteX24" fmla="*/ 0 w 261000"/>
                  <a:gd name="connsiteY24" fmla="*/ 239250 h 326250"/>
                  <a:gd name="connsiteX25" fmla="*/ 152250 w 261000"/>
                  <a:gd name="connsiteY25" fmla="*/ 239250 h 326250"/>
                  <a:gd name="connsiteX26" fmla="*/ 152250 w 261000"/>
                  <a:gd name="connsiteY26" fmla="*/ 326250 h 32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61000" h="326250">
                    <a:moveTo>
                      <a:pt x="152250" y="152250"/>
                    </a:moveTo>
                    <a:lnTo>
                      <a:pt x="195750" y="152250"/>
                    </a:lnTo>
                    <a:lnTo>
                      <a:pt x="195750" y="195750"/>
                    </a:lnTo>
                    <a:lnTo>
                      <a:pt x="152250" y="195750"/>
                    </a:lnTo>
                    <a:lnTo>
                      <a:pt x="152250" y="152250"/>
                    </a:lnTo>
                    <a:close/>
                    <a:moveTo>
                      <a:pt x="152250" y="65250"/>
                    </a:moveTo>
                    <a:lnTo>
                      <a:pt x="195750" y="65250"/>
                    </a:lnTo>
                    <a:lnTo>
                      <a:pt x="195750" y="108750"/>
                    </a:lnTo>
                    <a:lnTo>
                      <a:pt x="152250" y="108750"/>
                    </a:lnTo>
                    <a:lnTo>
                      <a:pt x="152250" y="65250"/>
                    </a:lnTo>
                    <a:close/>
                    <a:moveTo>
                      <a:pt x="108750" y="108750"/>
                    </a:moveTo>
                    <a:lnTo>
                      <a:pt x="65250" y="108750"/>
                    </a:lnTo>
                    <a:lnTo>
                      <a:pt x="65250" y="65250"/>
                    </a:lnTo>
                    <a:lnTo>
                      <a:pt x="108750" y="65250"/>
                    </a:lnTo>
                    <a:lnTo>
                      <a:pt x="108750" y="108750"/>
                    </a:lnTo>
                    <a:close/>
                    <a:moveTo>
                      <a:pt x="108750" y="195750"/>
                    </a:moveTo>
                    <a:lnTo>
                      <a:pt x="65250" y="195750"/>
                    </a:lnTo>
                    <a:lnTo>
                      <a:pt x="65250" y="152250"/>
                    </a:lnTo>
                    <a:lnTo>
                      <a:pt x="108750" y="152250"/>
                    </a:lnTo>
                    <a:lnTo>
                      <a:pt x="108750" y="195750"/>
                    </a:lnTo>
                    <a:close/>
                    <a:moveTo>
                      <a:pt x="152250" y="326250"/>
                    </a:moveTo>
                    <a:lnTo>
                      <a:pt x="261000" y="326250"/>
                    </a:lnTo>
                    <a:lnTo>
                      <a:pt x="261000" y="0"/>
                    </a:lnTo>
                    <a:lnTo>
                      <a:pt x="0" y="0"/>
                    </a:lnTo>
                    <a:lnTo>
                      <a:pt x="0" y="239250"/>
                    </a:lnTo>
                    <a:lnTo>
                      <a:pt x="152250" y="239250"/>
                    </a:lnTo>
                    <a:lnTo>
                      <a:pt x="152250" y="32625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0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73E516B-610C-945F-814E-37C6F061E4DA}"/>
                </a:ext>
              </a:extLst>
            </p:cNvPr>
            <p:cNvCxnSpPr>
              <a:cxnSpLocks/>
            </p:cNvCxnSpPr>
            <p:nvPr/>
          </p:nvCxnSpPr>
          <p:spPr>
            <a:xfrm>
              <a:off x="4342181" y="2961615"/>
              <a:ext cx="3240000" cy="0"/>
            </a:xfrm>
            <a:prstGeom prst="line">
              <a:avLst/>
            </a:prstGeom>
            <a:ln w="101600">
              <a:solidFill>
                <a:schemeClr val="accent1">
                  <a:alpha val="2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B4EA894-C6AA-7BB4-9A98-83F671E2C411}"/>
                </a:ext>
              </a:extLst>
            </p:cNvPr>
            <p:cNvSpPr txBox="1"/>
            <p:nvPr/>
          </p:nvSpPr>
          <p:spPr>
            <a:xfrm>
              <a:off x="4456675" y="2295462"/>
              <a:ext cx="30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chemeClr val="accent1"/>
                  </a:solidFill>
                  <a:latin typeface="+mj-ea"/>
                  <a:ea typeface="+mj-ea"/>
                </a:rPr>
                <a:t>中科院</a:t>
              </a:r>
              <a:endParaRPr kumimoji="1" lang="en-US" altLang="zh-CN" b="1" dirty="0">
                <a:solidFill>
                  <a:schemeClr val="accent1"/>
                </a:solidFill>
                <a:latin typeface="+mj-ea"/>
                <a:ea typeface="+mj-ea"/>
              </a:endParaRPr>
            </a:p>
            <a:p>
              <a:pPr algn="ctr"/>
              <a:r>
                <a:rPr kumimoji="1" lang="en-US" altLang="zh-CN" b="1" dirty="0">
                  <a:solidFill>
                    <a:schemeClr val="accent1"/>
                  </a:solidFill>
                  <a:latin typeface="+mj-ea"/>
                  <a:ea typeface="+mj-ea"/>
                </a:rPr>
                <a:t>UAT</a:t>
              </a:r>
              <a:r>
                <a:rPr kumimoji="1" lang="zh-CN" altLang="en-US" b="1" dirty="0">
                  <a:solidFill>
                    <a:schemeClr val="accent1"/>
                  </a:solidFill>
                  <a:latin typeface="+mj-ea"/>
                  <a:ea typeface="+mj-ea"/>
                </a:rPr>
                <a:t>、生产环境部署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59D387C-6847-F29E-B495-BCF1C01FEE82}"/>
                </a:ext>
              </a:extLst>
            </p:cNvPr>
            <p:cNvSpPr txBox="1"/>
            <p:nvPr/>
          </p:nvSpPr>
          <p:spPr>
            <a:xfrm>
              <a:off x="4450181" y="3084689"/>
              <a:ext cx="3024000" cy="659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UAT</a:t>
              </a:r>
              <a:r>
                <a:rPr kumimoji="1"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、生产环境所需机器</a:t>
              </a:r>
              <a:endParaRPr kumimoji="1"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ctr">
                <a:lnSpc>
                  <a:spcPct val="120000"/>
                </a:lnSpc>
              </a:pPr>
              <a:r>
                <a:rPr kumimoji="1"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需要及时到位</a:t>
              </a:r>
              <a:endParaRPr kumimoji="1"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1799324-C8C0-F55C-9057-3E955FE6B395}"/>
                </a:ext>
              </a:extLst>
            </p:cNvPr>
            <p:cNvSpPr txBox="1"/>
            <p:nvPr/>
          </p:nvSpPr>
          <p:spPr>
            <a:xfrm>
              <a:off x="4432181" y="4127032"/>
              <a:ext cx="3060000" cy="1623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、需要两个环境所需的应用服务器、数据库、</a:t>
              </a: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GPU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算力服务器集群（目前</a:t>
              </a:r>
              <a:endPara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20000"/>
                </a:lnSpc>
              </a:pP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已经提供</a:t>
              </a: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4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台</a:t>
              </a: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A100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服务器，供搭建测试环境，最好在</a:t>
              </a: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4.26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之前全部准备好）</a:t>
              </a:r>
              <a:endPara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20000"/>
                </a:lnSpc>
              </a:pPr>
              <a:endPara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>
                <a:lnSpc>
                  <a:spcPct val="120000"/>
                </a:lnSpc>
              </a:pPr>
              <a:endPara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F9A1370-3891-B246-728C-75A05474C86E}"/>
              </a:ext>
            </a:extLst>
          </p:cNvPr>
          <p:cNvGrpSpPr/>
          <p:nvPr/>
        </p:nvGrpSpPr>
        <p:grpSpPr>
          <a:xfrm>
            <a:off x="8284590" y="1739678"/>
            <a:ext cx="3240000" cy="4110565"/>
            <a:chOff x="8284590" y="1739678"/>
            <a:chExt cx="3240000" cy="4110565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11E1FA22-8316-D6F8-45B0-F67C8C0CF5C9}"/>
                </a:ext>
              </a:extLst>
            </p:cNvPr>
            <p:cNvSpPr/>
            <p:nvPr/>
          </p:nvSpPr>
          <p:spPr>
            <a:xfrm>
              <a:off x="8284590" y="1739678"/>
              <a:ext cx="3240000" cy="4110565"/>
            </a:xfrm>
            <a:prstGeom prst="roundRect">
              <a:avLst>
                <a:gd name="adj" fmla="val 4479"/>
              </a:avLst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5000"/>
                    <a:lumOff val="95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kumimoji="1" lang="zh-CN" altLang="en-US" sz="1400" dirty="0">
                <a:solidFill>
                  <a:schemeClr val="accent2"/>
                </a:solidFill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0742419" y="5094865"/>
              <a:ext cx="727321" cy="615902"/>
              <a:chOff x="10892894" y="5372662"/>
              <a:chExt cx="727321" cy="615902"/>
            </a:xfrm>
          </p:grpSpPr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39F80E4C-A221-EC69-C1EA-F29C18B601DA}"/>
                  </a:ext>
                </a:extLst>
              </p:cNvPr>
              <p:cNvSpPr/>
              <p:nvPr/>
            </p:nvSpPr>
            <p:spPr>
              <a:xfrm>
                <a:off x="11033640" y="5372662"/>
                <a:ext cx="445875" cy="243390"/>
              </a:xfrm>
              <a:custGeom>
                <a:avLst/>
                <a:gdLst>
                  <a:gd name="connsiteX0" fmla="*/ 2719 w 445875"/>
                  <a:gd name="connsiteY0" fmla="*/ 255563 h 285142"/>
                  <a:gd name="connsiteX1" fmla="*/ 222938 w 445875"/>
                  <a:gd name="connsiteY1" fmla="*/ 285143 h 285142"/>
                  <a:gd name="connsiteX2" fmla="*/ 443156 w 445875"/>
                  <a:gd name="connsiteY2" fmla="*/ 255563 h 285142"/>
                  <a:gd name="connsiteX3" fmla="*/ 445875 w 445875"/>
                  <a:gd name="connsiteY3" fmla="*/ 222938 h 285142"/>
                  <a:gd name="connsiteX4" fmla="*/ 222938 w 445875"/>
                  <a:gd name="connsiteY4" fmla="*/ 0 h 285142"/>
                  <a:gd name="connsiteX5" fmla="*/ 0 w 445875"/>
                  <a:gd name="connsiteY5" fmla="*/ 222938 h 285142"/>
                  <a:gd name="connsiteX6" fmla="*/ 2719 w 445875"/>
                  <a:gd name="connsiteY6" fmla="*/ 255563 h 285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5875" h="285142">
                    <a:moveTo>
                      <a:pt x="2719" y="255563"/>
                    </a:moveTo>
                    <a:cubicBezTo>
                      <a:pt x="76787" y="231244"/>
                      <a:pt x="157912" y="242141"/>
                      <a:pt x="222938" y="285143"/>
                    </a:cubicBezTo>
                    <a:cubicBezTo>
                      <a:pt x="287963" y="242141"/>
                      <a:pt x="369088" y="231244"/>
                      <a:pt x="443156" y="255563"/>
                    </a:cubicBezTo>
                    <a:cubicBezTo>
                      <a:pt x="444889" y="244772"/>
                      <a:pt x="445797" y="233866"/>
                      <a:pt x="445875" y="222938"/>
                    </a:cubicBezTo>
                    <a:cubicBezTo>
                      <a:pt x="445875" y="99813"/>
                      <a:pt x="346062" y="0"/>
                      <a:pt x="222938" y="0"/>
                    </a:cubicBezTo>
                    <a:cubicBezTo>
                      <a:pt x="99813" y="0"/>
                      <a:pt x="0" y="99813"/>
                      <a:pt x="0" y="222938"/>
                    </a:cubicBezTo>
                    <a:cubicBezTo>
                      <a:pt x="78" y="233866"/>
                      <a:pt x="986" y="244772"/>
                      <a:pt x="2719" y="255563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0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0DEF256D-B012-C8E3-3020-D86E4840C831}"/>
                  </a:ext>
                </a:extLst>
              </p:cNvPr>
              <p:cNvSpPr/>
              <p:nvPr/>
            </p:nvSpPr>
            <p:spPr>
              <a:xfrm>
                <a:off x="11284418" y="5629141"/>
                <a:ext cx="335797" cy="359052"/>
              </a:xfrm>
              <a:custGeom>
                <a:avLst/>
                <a:gdLst>
                  <a:gd name="connsiteX0" fmla="*/ 215542 w 335797"/>
                  <a:gd name="connsiteY0" fmla="*/ 218 h 420645"/>
                  <a:gd name="connsiteX1" fmla="*/ 82976 w 335797"/>
                  <a:gd name="connsiteY1" fmla="*/ 152468 h 420645"/>
                  <a:gd name="connsiteX2" fmla="*/ 87000 w 335797"/>
                  <a:gd name="connsiteY2" fmla="*/ 197708 h 420645"/>
                  <a:gd name="connsiteX3" fmla="*/ 0 w 335797"/>
                  <a:gd name="connsiteY3" fmla="*/ 389543 h 420645"/>
                  <a:gd name="connsiteX4" fmla="*/ 112882 w 335797"/>
                  <a:gd name="connsiteY4" fmla="*/ 420645 h 420645"/>
                  <a:gd name="connsiteX5" fmla="*/ 335797 w 335797"/>
                  <a:gd name="connsiteY5" fmla="*/ 197902 h 420645"/>
                  <a:gd name="connsiteX6" fmla="*/ 215542 w 335797"/>
                  <a:gd name="connsiteY6" fmla="*/ 0 h 42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5797" h="420645">
                    <a:moveTo>
                      <a:pt x="215542" y="218"/>
                    </a:moveTo>
                    <a:cubicBezTo>
                      <a:pt x="193995" y="66939"/>
                      <a:pt x="146099" y="121947"/>
                      <a:pt x="82976" y="152468"/>
                    </a:cubicBezTo>
                    <a:cubicBezTo>
                      <a:pt x="85644" y="167400"/>
                      <a:pt x="86990" y="182539"/>
                      <a:pt x="87000" y="197708"/>
                    </a:cubicBezTo>
                    <a:cubicBezTo>
                      <a:pt x="87012" y="271204"/>
                      <a:pt x="55299" y="341130"/>
                      <a:pt x="0" y="389543"/>
                    </a:cubicBezTo>
                    <a:cubicBezTo>
                      <a:pt x="34133" y="409902"/>
                      <a:pt x="73139" y="420648"/>
                      <a:pt x="112882" y="420645"/>
                    </a:cubicBezTo>
                    <a:cubicBezTo>
                      <a:pt x="235947" y="420693"/>
                      <a:pt x="335749" y="320967"/>
                      <a:pt x="335797" y="197902"/>
                    </a:cubicBezTo>
                    <a:cubicBezTo>
                      <a:pt x="335830" y="114650"/>
                      <a:pt x="289450" y="38323"/>
                      <a:pt x="215542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0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5832F7D5-1ADF-87B6-C95C-D12A570B62C2}"/>
                  </a:ext>
                </a:extLst>
              </p:cNvPr>
              <p:cNvSpPr/>
              <p:nvPr/>
            </p:nvSpPr>
            <p:spPr>
              <a:xfrm>
                <a:off x="11218766" y="5650306"/>
                <a:ext cx="145072" cy="103316"/>
              </a:xfrm>
              <a:custGeom>
                <a:avLst/>
                <a:gdLst>
                  <a:gd name="connsiteX0" fmla="*/ 145072 w 145072"/>
                  <a:gd name="connsiteY0" fmla="*/ 108750 h 121039"/>
                  <a:gd name="connsiteX1" fmla="*/ 72536 w 145072"/>
                  <a:gd name="connsiteY1" fmla="*/ 0 h 121039"/>
                  <a:gd name="connsiteX2" fmla="*/ 0 w 145072"/>
                  <a:gd name="connsiteY2" fmla="*/ 108750 h 121039"/>
                  <a:gd name="connsiteX3" fmla="*/ 145072 w 145072"/>
                  <a:gd name="connsiteY3" fmla="*/ 108750 h 121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072" h="121039">
                    <a:moveTo>
                      <a:pt x="145072" y="108750"/>
                    </a:moveTo>
                    <a:cubicBezTo>
                      <a:pt x="132230" y="66100"/>
                      <a:pt x="106978" y="28241"/>
                      <a:pt x="72536" y="0"/>
                    </a:cubicBezTo>
                    <a:cubicBezTo>
                      <a:pt x="38094" y="28241"/>
                      <a:pt x="12842" y="66100"/>
                      <a:pt x="0" y="108750"/>
                    </a:cubicBezTo>
                    <a:cubicBezTo>
                      <a:pt x="46969" y="125135"/>
                      <a:pt x="98103" y="125135"/>
                      <a:pt x="145072" y="10875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0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94DDAD34-30BC-334D-F98F-7BE195395706}"/>
                  </a:ext>
                </a:extLst>
              </p:cNvPr>
              <p:cNvSpPr/>
              <p:nvPr/>
            </p:nvSpPr>
            <p:spPr>
              <a:xfrm>
                <a:off x="10892894" y="5629512"/>
                <a:ext cx="335843" cy="359052"/>
              </a:xfrm>
              <a:custGeom>
                <a:avLst/>
                <a:gdLst>
                  <a:gd name="connsiteX0" fmla="*/ 222961 w 335843"/>
                  <a:gd name="connsiteY0" fmla="*/ 420428 h 420645"/>
                  <a:gd name="connsiteX1" fmla="*/ 335844 w 335843"/>
                  <a:gd name="connsiteY1" fmla="*/ 389325 h 420645"/>
                  <a:gd name="connsiteX2" fmla="*/ 248844 w 335843"/>
                  <a:gd name="connsiteY2" fmla="*/ 197490 h 420645"/>
                  <a:gd name="connsiteX3" fmla="*/ 252867 w 335843"/>
                  <a:gd name="connsiteY3" fmla="*/ 152250 h 420645"/>
                  <a:gd name="connsiteX4" fmla="*/ 120301 w 335843"/>
                  <a:gd name="connsiteY4" fmla="*/ 0 h 420645"/>
                  <a:gd name="connsiteX5" fmla="*/ 25059 w 335843"/>
                  <a:gd name="connsiteY5" fmla="*/ 300390 h 420645"/>
                  <a:gd name="connsiteX6" fmla="*/ 222961 w 335843"/>
                  <a:gd name="connsiteY6" fmla="*/ 420645 h 42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5843" h="420645">
                    <a:moveTo>
                      <a:pt x="222961" y="420428"/>
                    </a:moveTo>
                    <a:cubicBezTo>
                      <a:pt x="262705" y="420431"/>
                      <a:pt x="301710" y="409684"/>
                      <a:pt x="335844" y="389325"/>
                    </a:cubicBezTo>
                    <a:cubicBezTo>
                      <a:pt x="280544" y="340913"/>
                      <a:pt x="248832" y="270987"/>
                      <a:pt x="248844" y="197490"/>
                    </a:cubicBezTo>
                    <a:cubicBezTo>
                      <a:pt x="248853" y="182322"/>
                      <a:pt x="250201" y="167182"/>
                      <a:pt x="252867" y="152250"/>
                    </a:cubicBezTo>
                    <a:cubicBezTo>
                      <a:pt x="189744" y="121729"/>
                      <a:pt x="141849" y="66721"/>
                      <a:pt x="120301" y="0"/>
                    </a:cubicBezTo>
                    <a:cubicBezTo>
                      <a:pt x="11050" y="56650"/>
                      <a:pt x="-31591" y="191139"/>
                      <a:pt x="25059" y="300390"/>
                    </a:cubicBezTo>
                    <a:cubicBezTo>
                      <a:pt x="63381" y="374298"/>
                      <a:pt x="139709" y="420678"/>
                      <a:pt x="222961" y="420645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0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54421DDC-62B3-1A77-ECE3-BE3BE402D96C}"/>
                  </a:ext>
                </a:extLst>
              </p:cNvPr>
              <p:cNvSpPr/>
              <p:nvPr/>
            </p:nvSpPr>
            <p:spPr>
              <a:xfrm>
                <a:off x="11174362" y="5770237"/>
                <a:ext cx="164430" cy="175256"/>
              </a:xfrm>
              <a:custGeom>
                <a:avLst/>
                <a:gdLst>
                  <a:gd name="connsiteX0" fmla="*/ 82215 w 164430"/>
                  <a:gd name="connsiteY0" fmla="*/ 205320 h 205320"/>
                  <a:gd name="connsiteX1" fmla="*/ 164430 w 164430"/>
                  <a:gd name="connsiteY1" fmla="*/ 32625 h 205320"/>
                  <a:gd name="connsiteX2" fmla="*/ 161820 w 164430"/>
                  <a:gd name="connsiteY2" fmla="*/ 0 h 205320"/>
                  <a:gd name="connsiteX3" fmla="*/ 2610 w 164430"/>
                  <a:gd name="connsiteY3" fmla="*/ 0 h 205320"/>
                  <a:gd name="connsiteX4" fmla="*/ 0 w 164430"/>
                  <a:gd name="connsiteY4" fmla="*/ 32625 h 205320"/>
                  <a:gd name="connsiteX5" fmla="*/ 82215 w 164430"/>
                  <a:gd name="connsiteY5" fmla="*/ 205320 h 205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430" h="205320">
                    <a:moveTo>
                      <a:pt x="82215" y="205320"/>
                    </a:moveTo>
                    <a:cubicBezTo>
                      <a:pt x="134239" y="163082"/>
                      <a:pt x="164443" y="99637"/>
                      <a:pt x="164430" y="32625"/>
                    </a:cubicBezTo>
                    <a:cubicBezTo>
                      <a:pt x="164334" y="21702"/>
                      <a:pt x="163462" y="10800"/>
                      <a:pt x="161820" y="0"/>
                    </a:cubicBezTo>
                    <a:cubicBezTo>
                      <a:pt x="110106" y="16967"/>
                      <a:pt x="54324" y="16967"/>
                      <a:pt x="2610" y="0"/>
                    </a:cubicBezTo>
                    <a:cubicBezTo>
                      <a:pt x="968" y="10800"/>
                      <a:pt x="96" y="21702"/>
                      <a:pt x="0" y="32625"/>
                    </a:cubicBezTo>
                    <a:cubicBezTo>
                      <a:pt x="-13" y="99637"/>
                      <a:pt x="30191" y="163082"/>
                      <a:pt x="82215" y="20532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0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6AEBFE88-55E2-9395-5B0D-5F95B01C9292}"/>
                  </a:ext>
                </a:extLst>
              </p:cNvPr>
              <p:cNvSpPr/>
              <p:nvPr/>
            </p:nvSpPr>
            <p:spPr>
              <a:xfrm>
                <a:off x="11319686" y="5607894"/>
                <a:ext cx="184875" cy="123727"/>
              </a:xfrm>
              <a:custGeom>
                <a:avLst/>
                <a:gdLst>
                  <a:gd name="connsiteX0" fmla="*/ 184875 w 184875"/>
                  <a:gd name="connsiteY0" fmla="*/ 12168 h 144951"/>
                  <a:gd name="connsiteX1" fmla="*/ 0 w 184875"/>
                  <a:gd name="connsiteY1" fmla="*/ 30873 h 144951"/>
                  <a:gd name="connsiteX2" fmla="*/ 74820 w 184875"/>
                  <a:gd name="connsiteY2" fmla="*/ 144952 h 144951"/>
                  <a:gd name="connsiteX3" fmla="*/ 184875 w 184875"/>
                  <a:gd name="connsiteY3" fmla="*/ 12168 h 144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875" h="144951">
                    <a:moveTo>
                      <a:pt x="184875" y="12168"/>
                    </a:moveTo>
                    <a:cubicBezTo>
                      <a:pt x="123499" y="-9099"/>
                      <a:pt x="55872" y="-2256"/>
                      <a:pt x="0" y="30873"/>
                    </a:cubicBezTo>
                    <a:cubicBezTo>
                      <a:pt x="34804" y="61428"/>
                      <a:pt x="60663" y="100856"/>
                      <a:pt x="74820" y="144952"/>
                    </a:cubicBezTo>
                    <a:cubicBezTo>
                      <a:pt x="127763" y="117161"/>
                      <a:pt x="167390" y="69349"/>
                      <a:pt x="184875" y="1216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0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0981863A-E1C8-3A30-A471-B2F9B2EE91E1}"/>
                  </a:ext>
                </a:extLst>
              </p:cNvPr>
              <p:cNvSpPr/>
              <p:nvPr/>
            </p:nvSpPr>
            <p:spPr>
              <a:xfrm>
                <a:off x="11078044" y="5607791"/>
                <a:ext cx="185418" cy="123830"/>
              </a:xfrm>
              <a:custGeom>
                <a:avLst/>
                <a:gdLst>
                  <a:gd name="connsiteX0" fmla="*/ 72536 w 185418"/>
                  <a:gd name="connsiteY0" fmla="*/ 0 h 145072"/>
                  <a:gd name="connsiteX1" fmla="*/ 0 w 185418"/>
                  <a:gd name="connsiteY1" fmla="*/ 12289 h 145072"/>
                  <a:gd name="connsiteX2" fmla="*/ 110599 w 185418"/>
                  <a:gd name="connsiteY2" fmla="*/ 145073 h 145072"/>
                  <a:gd name="connsiteX3" fmla="*/ 185419 w 185418"/>
                  <a:gd name="connsiteY3" fmla="*/ 30994 h 145072"/>
                  <a:gd name="connsiteX4" fmla="*/ 72536 w 185418"/>
                  <a:gd name="connsiteY4" fmla="*/ 0 h 145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5418" h="145072">
                    <a:moveTo>
                      <a:pt x="72536" y="0"/>
                    </a:moveTo>
                    <a:cubicBezTo>
                      <a:pt x="47845" y="55"/>
                      <a:pt x="23332" y="4208"/>
                      <a:pt x="0" y="12289"/>
                    </a:cubicBezTo>
                    <a:cubicBezTo>
                      <a:pt x="17613" y="69566"/>
                      <a:pt x="57450" y="117393"/>
                      <a:pt x="110599" y="145073"/>
                    </a:cubicBezTo>
                    <a:cubicBezTo>
                      <a:pt x="124756" y="100977"/>
                      <a:pt x="150614" y="61548"/>
                      <a:pt x="185419" y="30994"/>
                    </a:cubicBezTo>
                    <a:cubicBezTo>
                      <a:pt x="151255" y="10717"/>
                      <a:pt x="112264" y="12"/>
                      <a:pt x="72536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0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539B1B79-CDAE-AB2F-B198-2BDF4374EBD8}"/>
                </a:ext>
              </a:extLst>
            </p:cNvPr>
            <p:cNvCxnSpPr>
              <a:cxnSpLocks/>
            </p:cNvCxnSpPr>
            <p:nvPr/>
          </p:nvCxnSpPr>
          <p:spPr>
            <a:xfrm>
              <a:off x="8284590" y="2677230"/>
              <a:ext cx="3240000" cy="7886"/>
            </a:xfrm>
            <a:prstGeom prst="line">
              <a:avLst/>
            </a:prstGeom>
            <a:ln w="101600">
              <a:solidFill>
                <a:schemeClr val="accent1">
                  <a:alpha val="2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AEC6E3A-E20A-8089-0671-9BA11FB60E73}"/>
                </a:ext>
              </a:extLst>
            </p:cNvPr>
            <p:cNvSpPr txBox="1"/>
            <p:nvPr/>
          </p:nvSpPr>
          <p:spPr>
            <a:xfrm>
              <a:off x="8294644" y="2151811"/>
              <a:ext cx="32231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chemeClr val="accent1"/>
                  </a:solidFill>
                  <a:latin typeface="+mj-ea"/>
                  <a:ea typeface="+mj-ea"/>
                </a:rPr>
                <a:t>三方系统对接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5B1BAEA-1A47-D2FA-6E0C-27D5B36CD810}"/>
                </a:ext>
              </a:extLst>
            </p:cNvPr>
            <p:cNvSpPr txBox="1"/>
            <p:nvPr/>
          </p:nvSpPr>
          <p:spPr>
            <a:xfrm>
              <a:off x="8392590" y="2806508"/>
              <a:ext cx="3024000" cy="659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与数据存储服务等三方系统对接需要明确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AB78192-DB12-20A3-6280-C0F69C79634F}"/>
                </a:ext>
              </a:extLst>
            </p:cNvPr>
            <p:cNvSpPr txBox="1"/>
            <p:nvPr/>
          </p:nvSpPr>
          <p:spPr>
            <a:xfrm>
              <a:off x="8374590" y="3848851"/>
              <a:ext cx="3060000" cy="588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、数据存储服务仍不明确，前期开发暂时使用</a:t>
              </a:r>
              <a:r>
                <a:rPr kumimoji="1"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NFS</a:t>
              </a:r>
              <a:r>
                <a:rPr kumimoji="1"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，存在切换工作量</a:t>
              </a:r>
              <a:endPara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80FB1255-D4F2-9132-7D68-7332A2396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89" y="584084"/>
            <a:ext cx="8934258" cy="523220"/>
          </a:xfrm>
        </p:spPr>
        <p:txBody>
          <a:bodyPr/>
          <a:lstStyle/>
          <a:p>
            <a:r>
              <a:rPr kumimoji="1" lang="zh-CN" altLang="en-US" dirty="0"/>
              <a:t>合作各方所需支持</a:t>
            </a:r>
            <a:r>
              <a:rPr kumimoji="1" lang="en-US" altLang="zh-CN" dirty="0"/>
              <a:t>/</a:t>
            </a:r>
            <a:r>
              <a:rPr kumimoji="1" lang="zh-CN" altLang="en-US" dirty="0"/>
              <a:t>资源要求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750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1BA25-9C1D-3F1D-8C75-609BDFC6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</a:t>
            </a:r>
            <a:r>
              <a:rPr lang="en-US" altLang="zh-CN" dirty="0"/>
              <a:t>Nvidia</a:t>
            </a:r>
            <a:r>
              <a:rPr lang="zh-CN" altLang="en-US" dirty="0"/>
              <a:t>对接所需支持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9F43585-D94C-1BBB-6C2A-1F584E85C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338177"/>
              </p:ext>
            </p:extLst>
          </p:nvPr>
        </p:nvGraphicFramePr>
        <p:xfrm>
          <a:off x="894079" y="1200571"/>
          <a:ext cx="10579948" cy="5295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374">
                  <a:extLst>
                    <a:ext uri="{9D8B030D-6E8A-4147-A177-3AD203B41FA5}">
                      <a16:colId xmlns:a16="http://schemas.microsoft.com/office/drawing/2014/main" val="3030730387"/>
                    </a:ext>
                  </a:extLst>
                </a:gridCol>
                <a:gridCol w="2370667">
                  <a:extLst>
                    <a:ext uri="{9D8B030D-6E8A-4147-A177-3AD203B41FA5}">
                      <a16:colId xmlns:a16="http://schemas.microsoft.com/office/drawing/2014/main" val="2080133237"/>
                    </a:ext>
                  </a:extLst>
                </a:gridCol>
                <a:gridCol w="7084907">
                  <a:extLst>
                    <a:ext uri="{9D8B030D-6E8A-4147-A177-3AD203B41FA5}">
                      <a16:colId xmlns:a16="http://schemas.microsoft.com/office/drawing/2014/main" val="2547352753"/>
                    </a:ext>
                  </a:extLst>
                </a:gridCol>
              </a:tblGrid>
              <a:tr h="661882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资料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077422"/>
                  </a:ext>
                </a:extLst>
              </a:tr>
              <a:tr h="661882">
                <a:tc rowSpan="4">
                  <a:txBody>
                    <a:bodyPr/>
                    <a:lstStyle/>
                    <a:p>
                      <a:r>
                        <a:rPr lang="en-US" altLang="zh-CN" sz="1400" dirty="0"/>
                        <a:t>BCME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交互方式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需明确平台应用与</a:t>
                      </a:r>
                      <a:r>
                        <a:rPr lang="en-US" altLang="zh-CN" sz="1400" dirty="0"/>
                        <a:t>BCME</a:t>
                      </a:r>
                      <a:r>
                        <a:rPr lang="zh-CN" altLang="en-US" sz="1400" dirty="0"/>
                        <a:t>的交互是通过</a:t>
                      </a:r>
                      <a:r>
                        <a:rPr lang="en-US" altLang="zh-CN" sz="1400" dirty="0" err="1"/>
                        <a:t>RestFul</a:t>
                      </a:r>
                      <a:r>
                        <a:rPr lang="en-US" altLang="zh-CN" sz="1400" dirty="0"/>
                        <a:t> API</a:t>
                      </a:r>
                      <a:r>
                        <a:rPr lang="zh-CN" altLang="en-US" sz="1400" dirty="0"/>
                        <a:t>还是通过</a:t>
                      </a:r>
                      <a:r>
                        <a:rPr lang="en-US" altLang="zh-CN" sz="1400" dirty="0"/>
                        <a:t>K8s\</a:t>
                      </a:r>
                      <a:r>
                        <a:rPr lang="en-US" altLang="zh-CN" sz="1400" dirty="0" err="1"/>
                        <a:t>Slurm</a:t>
                      </a:r>
                      <a:r>
                        <a:rPr lang="zh-CN" altLang="en-US" sz="1400" dirty="0"/>
                        <a:t>或</a:t>
                      </a:r>
                      <a:r>
                        <a:rPr lang="en-US" altLang="zh-CN" sz="1400" dirty="0"/>
                        <a:t>BCME</a:t>
                      </a:r>
                      <a:r>
                        <a:rPr lang="zh-CN" altLang="en-US" sz="1400" dirty="0"/>
                        <a:t>自有指令操作集群。平台作为外部应用对接，需要提供对接方式，鉴权过程等说明文档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846506"/>
                  </a:ext>
                </a:extLst>
              </a:tr>
              <a:tr h="66188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资源管理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如何对</a:t>
                      </a:r>
                      <a:r>
                        <a:rPr lang="en-US" altLang="zh-CN" sz="1400" dirty="0"/>
                        <a:t>BCME</a:t>
                      </a:r>
                      <a:r>
                        <a:rPr lang="zh-CN" altLang="en-US" sz="1400" dirty="0"/>
                        <a:t>管理的集群下资源节点进行创建、删除、扩容、重启等操作。需提供相关文档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285814"/>
                  </a:ext>
                </a:extLst>
              </a:tr>
              <a:tr h="66188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性能监控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BCME</a:t>
                      </a:r>
                      <a:r>
                        <a:rPr lang="zh-CN" altLang="en-US" sz="1400" dirty="0"/>
                        <a:t>管理的集群如何查询集群整体和单个节点资源分配和占用情况。需提供相关文档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514619"/>
                  </a:ext>
                </a:extLst>
              </a:tr>
              <a:tr h="66188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日志收集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如何获取</a:t>
                      </a:r>
                      <a:r>
                        <a:rPr lang="en-US" altLang="zh-CN" sz="1400" dirty="0"/>
                        <a:t>BCME</a:t>
                      </a:r>
                      <a:r>
                        <a:rPr lang="zh-CN" altLang="en-US" sz="1400" dirty="0"/>
                        <a:t>管理的集群日志和节点日志。需提供相关文档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657067"/>
                  </a:ext>
                </a:extLst>
              </a:tr>
              <a:tr h="661882">
                <a:tc rowSpan="3">
                  <a:txBody>
                    <a:bodyPr/>
                    <a:lstStyle/>
                    <a:p>
                      <a:r>
                        <a:rPr lang="en-US" altLang="zh-CN" sz="1400" dirty="0"/>
                        <a:t>NIM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交互方式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需明确平台应用与</a:t>
                      </a:r>
                      <a:r>
                        <a:rPr lang="en-US" altLang="zh-CN" sz="1400" dirty="0"/>
                        <a:t>NIM</a:t>
                      </a:r>
                      <a:r>
                        <a:rPr lang="zh-CN" altLang="en-US" sz="1400" dirty="0"/>
                        <a:t>的交互是通过</a:t>
                      </a:r>
                      <a:r>
                        <a:rPr lang="en-US" altLang="zh-CN" sz="1400" dirty="0" err="1"/>
                        <a:t>RestFul</a:t>
                      </a:r>
                      <a:r>
                        <a:rPr lang="en-US" altLang="zh-CN" sz="1400" dirty="0"/>
                        <a:t> API</a:t>
                      </a:r>
                      <a:r>
                        <a:rPr lang="zh-CN" altLang="en-US" sz="1400" dirty="0"/>
                        <a:t>还是通过镜像</a:t>
                      </a:r>
                      <a:r>
                        <a:rPr lang="en-US" altLang="zh-CN" sz="1400" dirty="0"/>
                        <a:t>Harbor</a:t>
                      </a:r>
                      <a:r>
                        <a:rPr lang="zh-CN" altLang="en-US" sz="1400" dirty="0"/>
                        <a:t>或</a:t>
                      </a:r>
                      <a:r>
                        <a:rPr lang="en-US" altLang="zh-CN" sz="1400" dirty="0"/>
                        <a:t>NIM</a:t>
                      </a:r>
                      <a:r>
                        <a:rPr lang="zh-CN" altLang="en-US" sz="1400" dirty="0"/>
                        <a:t>自有指令操作。平台作为外部应用对接，需要提供对接方式，鉴权过程等说明文档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018339"/>
                  </a:ext>
                </a:extLst>
              </a:tr>
              <a:tr h="6618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镜像管理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如何下载，使用</a:t>
                      </a:r>
                      <a:r>
                        <a:rPr lang="en-US" altLang="zh-CN" sz="1400" dirty="0"/>
                        <a:t>NIM</a:t>
                      </a:r>
                      <a:r>
                        <a:rPr lang="zh-CN" altLang="en-US" sz="1400" dirty="0"/>
                        <a:t>内置镜像，与</a:t>
                      </a:r>
                      <a:r>
                        <a:rPr lang="en-US" altLang="zh-CN" sz="1400" dirty="0"/>
                        <a:t>BCME</a:t>
                      </a:r>
                      <a:r>
                        <a:rPr lang="zh-CN" altLang="en-US" sz="1400" dirty="0"/>
                        <a:t>是否关联。需要提供相关文档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171683"/>
                  </a:ext>
                </a:extLst>
              </a:tr>
              <a:tr h="66188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资源列表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NIM</a:t>
                      </a:r>
                      <a:r>
                        <a:rPr lang="zh-CN" altLang="en-US" sz="1400" dirty="0"/>
                        <a:t>能提供的镜像资源列表，使用要求等。需要提供详细文档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225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403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8D137A-A2B1-68DA-3074-BF38697D8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技术实施团队</a:t>
            </a:r>
            <a:r>
              <a:rPr kumimoji="1" lang="en-US" altLang="zh-CN" dirty="0"/>
              <a:t>/</a:t>
            </a:r>
            <a:r>
              <a:rPr kumimoji="1" lang="zh-CN" altLang="en-US" dirty="0"/>
              <a:t>分工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5E043D3-FF0B-4E7A-33CA-91260327B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785632"/>
              </p:ext>
            </p:extLst>
          </p:nvPr>
        </p:nvGraphicFramePr>
        <p:xfrm>
          <a:off x="1064114" y="1145660"/>
          <a:ext cx="9860576" cy="5452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072">
                  <a:extLst>
                    <a:ext uri="{9D8B030D-6E8A-4147-A177-3AD203B41FA5}">
                      <a16:colId xmlns:a16="http://schemas.microsoft.com/office/drawing/2014/main" val="1299474490"/>
                    </a:ext>
                  </a:extLst>
                </a:gridCol>
                <a:gridCol w="1233703">
                  <a:extLst>
                    <a:ext uri="{9D8B030D-6E8A-4147-A177-3AD203B41FA5}">
                      <a16:colId xmlns:a16="http://schemas.microsoft.com/office/drawing/2014/main" val="680850847"/>
                    </a:ext>
                  </a:extLst>
                </a:gridCol>
                <a:gridCol w="900853">
                  <a:extLst>
                    <a:ext uri="{9D8B030D-6E8A-4147-A177-3AD203B41FA5}">
                      <a16:colId xmlns:a16="http://schemas.microsoft.com/office/drawing/2014/main" val="289118736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7958492"/>
                    </a:ext>
                  </a:extLst>
                </a:gridCol>
                <a:gridCol w="3953748">
                  <a:extLst>
                    <a:ext uri="{9D8B030D-6E8A-4147-A177-3AD203B41FA5}">
                      <a16:colId xmlns:a16="http://schemas.microsoft.com/office/drawing/2014/main" val="1693232770"/>
                    </a:ext>
                  </a:extLst>
                </a:gridCol>
              </a:tblGrid>
              <a:tr h="320619"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项目岗位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主要职责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相关工作经历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971692"/>
                  </a:ext>
                </a:extLst>
              </a:tr>
              <a:tr h="32458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项目管理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马亮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赵磊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项目总监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项目计划 团队 总协调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资源调度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算法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企业大型项目及团队管理经验。熟悉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与算力资源管理调度服务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3085167896"/>
                  </a:ext>
                </a:extLst>
              </a:tr>
              <a:tr h="4047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陈斌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项目经理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项目实施经理， 调研阶段 规划 段、开发阶段、上线阶段等技术负责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多年企业级大型软件系统，公司算力调度中台研发经验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2883807695"/>
                  </a:ext>
                </a:extLst>
              </a:tr>
              <a:tr h="3928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需求分析</a:t>
                      </a:r>
                      <a:endParaRPr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郭宏斌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产品经理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负责项目的产品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需求 界面设计规划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多年企业级数字化 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公司算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力调度中台研发经验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3177571113"/>
                  </a:ext>
                </a:extLst>
              </a:tr>
              <a:tr h="395254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系统架构与资源管理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李尧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系统架构师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负责项目架构设计开发工作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资深系统架构师，公司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算力调度中台的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系统架构设计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781637918"/>
                  </a:ext>
                </a:extLst>
              </a:tr>
              <a:tr h="397621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赵慨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容器架构师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系统容器化相关技术 部署等相关工作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多年云服务部署，容器化方案配置相关经验，熟悉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K8s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2785607933"/>
                  </a:ext>
                </a:extLst>
              </a:tr>
              <a:tr h="397621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何庆波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容器架构师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系统容器化相关技术部署等相关工作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多年云服务部署，容器化方案配置相关经验，熟悉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K8s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038542721"/>
                  </a:ext>
                </a:extLst>
              </a:tr>
              <a:tr h="397621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郭晨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高级算法 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项目后端涉及资源管理算法 开发实施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资深开发，拥有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动态规划，资源分配算法开发经验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369872004"/>
                  </a:ext>
                </a:extLst>
              </a:tr>
              <a:tr h="3976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运营管理端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开发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人（安少斌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李泉光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赵九旺 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后端开发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管理端应用的后端开发支撑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资深开发工程师，拥有多年企业级后端开发经验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662501439"/>
                  </a:ext>
                </a:extLst>
              </a:tr>
              <a:tr h="397621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人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孙逍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孟李杰 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袁振 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..)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前端开发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管理端应用的前端界面开发工作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资深前端开发工程师，拥有多年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端，移动端开发经验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2032629463"/>
                  </a:ext>
                </a:extLst>
              </a:tr>
              <a:tr h="39762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客户端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开发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梁威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后端开发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客户端应用的后端接口开发实施工作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资深研发与管理 ，企业级系统软件后端开发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891218206"/>
                  </a:ext>
                </a:extLst>
              </a:tr>
              <a:tr h="399989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王一帆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后端开发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客户端应用的后端接口开发实施工作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资深开发工程师，企业级系统软件后端开发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3104436890"/>
                  </a:ext>
                </a:extLst>
              </a:tr>
              <a:tr h="364256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陈猛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前端开发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客户端应用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的前端界面开发实施工作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资深前端开发工程师</a:t>
                      </a: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773579428"/>
                  </a:ext>
                </a:extLst>
              </a:tr>
              <a:tr h="4108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支持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测试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人（李贝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李美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赵洪霞等 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需求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测试</a:t>
                      </a: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需求设计配合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/UI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设计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/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测试等支撑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多年产品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UI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+mn-ea"/>
                        </a:rPr>
                        <a:t>设计与质量管理测试经验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545324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203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7740E-A24E-8BF0-333B-E0063A2E76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6208" y="2212626"/>
            <a:ext cx="8646695" cy="1444040"/>
          </a:xfrm>
        </p:spPr>
        <p:txBody>
          <a:bodyPr/>
          <a:lstStyle/>
          <a:p>
            <a:r>
              <a:rPr kumimoji="1" lang="zh-CN" altLang="en-US" sz="6000" dirty="0">
                <a:solidFill>
                  <a:schemeClr val="tx1"/>
                </a:solidFill>
                <a:latin typeface="+mj-ea"/>
                <a:ea typeface="+mj-ea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4164722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PLUS 主题">
  <a:themeElements>
    <a:clrScheme name="微软模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D73FD"/>
      </a:accent1>
      <a:accent2>
        <a:srgbClr val="00B0F0"/>
      </a:accent2>
      <a:accent3>
        <a:srgbClr val="92D050"/>
      </a:accent3>
      <a:accent4>
        <a:srgbClr val="1E265B"/>
      </a:accent4>
      <a:accent5>
        <a:srgbClr val="5B9BD5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PLUS标准字体">
      <a:majorFont>
        <a:latin typeface="Arial Black"/>
        <a:ea typeface="微软雅黑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0b223f8-5841-42fb-baf5-d5b50bb4a0ca.source-default.zh-Hans" id="{73F4A820-C007-4446-89D8-D266B76AAA83}" vid="{3758F66E-F0EB-214E-B796-69CC723FEF2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443A8EF62DE444B1FF07917E22EF72" ma:contentTypeVersion="17" ma:contentTypeDescription="Create a new document." ma:contentTypeScope="" ma:versionID="ae809626c8abf568b6a415226af21ced">
  <xsd:schema xmlns:xsd="http://www.w3.org/2001/XMLSchema" xmlns:xs="http://www.w3.org/2001/XMLSchema" xmlns:p="http://schemas.microsoft.com/office/2006/metadata/properties" xmlns:ns1="http://schemas.microsoft.com/sharepoint/v3" xmlns:ns2="0a5c0dea-e5d7-4228-9256-3793bb42faa5" xmlns:ns3="97934b4b-eba6-486d-bfc1-4b8e3fe39092" targetNamespace="http://schemas.microsoft.com/office/2006/metadata/properties" ma:root="true" ma:fieldsID="1ffe3db4c8c97a24da98b2b5f963ec28" ns1:_="" ns2:_="" ns3:_="">
    <xsd:import namespace="http://schemas.microsoft.com/sharepoint/v3"/>
    <xsd:import namespace="0a5c0dea-e5d7-4228-9256-3793bb42faa5"/>
    <xsd:import namespace="97934b4b-eba6-486d-bfc1-4b8e3fe39092"/>
    <xsd:element name="properties">
      <xsd:complexType>
        <xsd:sequence>
          <xsd:element name="documentManagement">
            <xsd:complexType>
              <xsd:all>
                <xsd:element ref="ns2:OneNoteFluid_FileOrder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5c0dea-e5d7-4228-9256-3793bb42faa5" elementFormDefault="qualified">
    <xsd:import namespace="http://schemas.microsoft.com/office/2006/documentManagement/types"/>
    <xsd:import namespace="http://schemas.microsoft.com/office/infopath/2007/PartnerControls"/>
    <xsd:element name="OneNoteFluid_FileOrder" ma:index="8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934b4b-eba6-486d-bfc1-4b8e3fe3909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a885aa0b-334b-483f-9125-6409c6335a4b}" ma:internalName="TaxCatchAll" ma:showField="CatchAllData" ma:web="97934b4b-eba6-486d-bfc1-4b8e3fe390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97934b4b-eba6-486d-bfc1-4b8e3fe39092" xsi:nil="true"/>
    <_ip_UnifiedCompliancePolicyProperties xmlns="http://schemas.microsoft.com/sharepoint/v3" xsi:nil="true"/>
    <lcf76f155ced4ddcb4097134ff3c332f xmlns="0a5c0dea-e5d7-4228-9256-3793bb42faa5">
      <Terms xmlns="http://schemas.microsoft.com/office/infopath/2007/PartnerControls"/>
    </lcf76f155ced4ddcb4097134ff3c332f>
    <OneNoteFluid_FileOrder xmlns="0a5c0dea-e5d7-4228-9256-3793bb42fa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936F6F-C242-40E3-ABC2-EA8BE04B3C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a5c0dea-e5d7-4228-9256-3793bb42faa5"/>
    <ds:schemaRef ds:uri="97934b4b-eba6-486d-bfc1-4b8e3fe390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5807CF2-E6FF-47F2-9C04-AA8955BE500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97934b4b-eba6-486d-bfc1-4b8e3fe39092"/>
    <ds:schemaRef ds:uri="0a5c0dea-e5d7-4228-9256-3793bb42faa5"/>
  </ds:schemaRefs>
</ds:datastoreItem>
</file>

<file path=customXml/itemProps3.xml><?xml version="1.0" encoding="utf-8"?>
<ds:datastoreItem xmlns:ds="http://schemas.openxmlformats.org/officeDocument/2006/customXml" ds:itemID="{E160D9A0-7981-438B-B92E-5F9E9BA3668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10628</TotalTime>
  <Words>1747</Words>
  <Application>Microsoft Office PowerPoint</Application>
  <PresentationFormat>宽屏</PresentationFormat>
  <Paragraphs>321</Paragraphs>
  <Slides>21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微软雅黑 Light</vt:lpstr>
      <vt:lpstr>Arial</vt:lpstr>
      <vt:lpstr>OfficePLUS 主题</vt:lpstr>
      <vt:lpstr>中科院 算力调度平台（一期）  开发规划</vt:lpstr>
      <vt:lpstr>PowerPoint 演示文稿</vt:lpstr>
      <vt:lpstr> 整体架构</vt:lpstr>
      <vt:lpstr>系统架构设计（基于Nvidia BCME）</vt:lpstr>
      <vt:lpstr> 核心功能设计</vt:lpstr>
      <vt:lpstr>功能清单 —  运营管理端</vt:lpstr>
      <vt:lpstr>功能清单 — 客户端</vt:lpstr>
      <vt:lpstr> 原型设计   </vt:lpstr>
      <vt:lpstr>运营管理端—资源分配</vt:lpstr>
      <vt:lpstr>运营管理端—资源监控</vt:lpstr>
      <vt:lpstr>运营管理端—计费管理</vt:lpstr>
      <vt:lpstr>运营管理端—镜像市场</vt:lpstr>
      <vt:lpstr>客户端—登录首页</vt:lpstr>
      <vt:lpstr>客户端—节点管理</vt:lpstr>
      <vt:lpstr>客户端—资源申请</vt:lpstr>
      <vt:lpstr> 实施计划</vt:lpstr>
      <vt:lpstr> 实施计划表</vt:lpstr>
      <vt:lpstr>合作各方所需支持/资源要求</vt:lpstr>
      <vt:lpstr>与Nvidia对接所需支持</vt:lpstr>
      <vt:lpstr>技术实施团队/分工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iSlide 资源设计规范</dc:title>
  <dc:creator>Lee shize</dc:creator>
  <cp:lastModifiedBy>尧 李</cp:lastModifiedBy>
  <cp:revision>248</cp:revision>
  <dcterms:created xsi:type="dcterms:W3CDTF">2022-09-02T07:40:40Z</dcterms:created>
  <dcterms:modified xsi:type="dcterms:W3CDTF">2024-04-18T09:52:55Z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0x010100D1443A8EF62DE444B1FF07917E22EF72</vt:lpwstr>
  </property>
  <property fmtid="{D5CDD505-2E9C-101B-9397-08002B2CF9AE}" pid="3" name="MediaServiceImageTags">
    <vt:lpwstr/>
  </property>
</Properties>
</file>